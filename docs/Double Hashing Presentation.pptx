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6" r:id="rId7"/>
    <p:sldId id="261" r:id="rId8"/>
    <p:sldId id="267" r:id="rId9"/>
    <p:sldId id="268" r:id="rId10"/>
    <p:sldId id="269" r:id="rId11"/>
    <p:sldId id="270" r:id="rId12"/>
    <p:sldId id="273" r:id="rId13"/>
    <p:sldId id="271" r:id="rId14"/>
    <p:sldId id="272" r:id="rId15"/>
    <p:sldId id="265" r:id="rId16"/>
  </p:sldIdLst>
  <p:sldSz cx="12192000" cy="6858000"/>
  <p:notesSz cx="6858000" cy="9144000"/>
  <p:embeddedFontLst>
    <p:embeddedFont>
      <p:font typeface="Inter" panose="020B0604020202020204" charset="0"/>
      <p:regular r:id="rId18"/>
      <p:bold r:id="rId19"/>
      <p:italic r:id="rId20"/>
      <p:boldItalic r:id="rId21"/>
    </p:embeddedFont>
    <p:embeddedFont>
      <p:font typeface="JetBrains Mono" panose="020B0604020202020204" charset="0"/>
      <p:regular r:id="rId22"/>
      <p:bold r:id="rId23"/>
      <p:italic r:id="rId24"/>
      <p:boldItalic r:id="rId25"/>
    </p:embeddedFont>
    <p:embeddedFont>
      <p:font typeface="Lato" panose="020F0502020204030203" pitchFamily="34" charset="0"/>
      <p:regular r:id="rId26"/>
      <p:bold r:id="rId27"/>
      <p:italic r:id="rId28"/>
      <p:boldItalic r:id="rId29"/>
    </p:embeddedFont>
    <p:embeddedFont>
      <p:font typeface="Roboto Slab" pitchFamily="2" charset="0"/>
      <p:regular r:id="rId30"/>
      <p:bold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3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068647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010095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889529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003222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849267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192713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5135417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4727454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9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9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9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9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/>
        </p:nvSpPr>
        <p:spPr>
          <a:xfrm>
            <a:off x="1595437" y="1448990"/>
            <a:ext cx="9001125" cy="1919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89B4FA"/>
                </a:solidFill>
                <a:latin typeface="Roboto Slab"/>
                <a:ea typeface="Roboto Slab"/>
                <a:cs typeface="Roboto Slab"/>
                <a:sym typeface="Roboto Slab"/>
              </a:rPr>
              <a:t>ỨNG DỤNG KỸ THUẬT BĂM (HASHING)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200" b="1" i="0" u="none" strike="noStrike" cap="none">
                <a:solidFill>
                  <a:srgbClr val="89B4FA"/>
                </a:solidFill>
                <a:latin typeface="Roboto Slab"/>
                <a:ea typeface="Roboto Slab"/>
                <a:cs typeface="Roboto Slab"/>
                <a:sym typeface="Roboto Slab"/>
              </a:rPr>
              <a:t> TRONG QUẢN LÝ SẢN PHẨM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6026750" y="4693975"/>
            <a:ext cx="5054700" cy="14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 err="1">
                <a:solidFill>
                  <a:schemeClr val="lt1"/>
                </a:solidFill>
              </a:rPr>
              <a:t>Nhóm</a:t>
            </a:r>
            <a:r>
              <a:rPr lang="en-US" sz="2000" dirty="0">
                <a:solidFill>
                  <a:schemeClr val="lt1"/>
                </a:solidFill>
              </a:rPr>
              <a:t> 5:</a:t>
            </a:r>
            <a:endParaRPr sz="2000" dirty="0">
              <a:solidFill>
                <a:schemeClr val="lt1"/>
              </a:solidFill>
            </a:endParaRPr>
          </a:p>
          <a:p>
            <a:r>
              <a:rPr lang="en-US" sz="2000" dirty="0">
                <a:solidFill>
                  <a:schemeClr val="lt1"/>
                </a:solidFill>
              </a:rPr>
              <a:t>2591302 - Nguyễn Thanh Bình</a:t>
            </a:r>
          </a:p>
          <a:p>
            <a:r>
              <a:rPr lang="en-US" sz="2000" dirty="0">
                <a:solidFill>
                  <a:schemeClr val="lt1"/>
                </a:solidFill>
              </a:rPr>
              <a:t>2591315 - Dương </a:t>
            </a:r>
            <a:r>
              <a:rPr lang="en-US" sz="2000" dirty="0" err="1">
                <a:solidFill>
                  <a:schemeClr val="lt1"/>
                </a:solidFill>
              </a:rPr>
              <a:t>Trọng</a:t>
            </a:r>
            <a:r>
              <a:rPr lang="en-US" sz="2000" dirty="0">
                <a:solidFill>
                  <a:schemeClr val="lt1"/>
                </a:solidFill>
              </a:rPr>
              <a:t> Nguyên</a:t>
            </a:r>
            <a:endParaRPr lang="en-US" sz="2800" dirty="0">
              <a:solidFill>
                <a:schemeClr val="lt1"/>
              </a:solidFill>
            </a:endParaRPr>
          </a:p>
          <a:p>
            <a:r>
              <a:rPr lang="en-US" sz="2000" dirty="0">
                <a:solidFill>
                  <a:schemeClr val="lt1"/>
                </a:solidFill>
              </a:rPr>
              <a:t>2591301 - Lê Trương Tiến Bảo</a:t>
            </a:r>
            <a:endParaRPr sz="2800" dirty="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/>
        </p:nvSpPr>
        <p:spPr>
          <a:xfrm>
            <a:off x="739775" y="2369608"/>
            <a:ext cx="49911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Phần</a:t>
            </a:r>
            <a:r>
              <a:rPr lang="en-US" sz="1800" b="1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1:</a:t>
            </a:r>
            <a:r>
              <a:rPr lang="en-US" sz="1800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Tổng</a:t>
            </a:r>
            <a:r>
              <a:rPr lang="en-US" sz="1800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quan</a:t>
            </a:r>
            <a:r>
              <a:rPr lang="en-US" sz="1800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về</a:t>
            </a:r>
            <a:r>
              <a:rPr lang="en-US" sz="1800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mô</a:t>
            </a:r>
            <a:r>
              <a:rPr lang="en-US" sz="1800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hình</a:t>
            </a:r>
            <a:r>
              <a:rPr lang="en-US" sz="1800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&amp; </a:t>
            </a:r>
            <a:r>
              <a:rPr lang="en-US" sz="1800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thuật</a:t>
            </a:r>
            <a:r>
              <a:rPr lang="en-US" sz="1800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toán</a:t>
            </a:r>
            <a:endParaRPr sz="1800" dirty="0">
              <a:solidFill>
                <a:schemeClr val="bg1"/>
              </a:solidFill>
            </a:endParaRPr>
          </a:p>
        </p:txBody>
      </p:sp>
      <p:sp>
        <p:nvSpPr>
          <p:cNvPr id="93" name="Google Shape;93;p14"/>
          <p:cNvSpPr txBox="1"/>
          <p:nvPr/>
        </p:nvSpPr>
        <p:spPr>
          <a:xfrm>
            <a:off x="739775" y="2960158"/>
            <a:ext cx="49911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Phần 2:</a:t>
            </a:r>
            <a:r>
              <a:rPr lang="en-US" sz="1800" b="0" i="0" u="none" strike="noStrike" cap="none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Cấu trúc dữ liệu &amp; Nguyên lý</a:t>
            </a:r>
            <a:endParaRPr sz="1800">
              <a:solidFill>
                <a:schemeClr val="bg1"/>
              </a:solidFill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739775" y="3550708"/>
            <a:ext cx="49911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Phần</a:t>
            </a:r>
            <a:r>
              <a:rPr lang="en-US" sz="1800" b="1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3:</a:t>
            </a:r>
            <a:r>
              <a:rPr lang="en-US" sz="1800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Phân</a:t>
            </a:r>
            <a:r>
              <a:rPr lang="en-US" sz="1800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tích</a:t>
            </a:r>
            <a:r>
              <a:rPr lang="en-US" sz="1800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&amp; </a:t>
            </a:r>
            <a:r>
              <a:rPr lang="en-US" sz="1800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Thiết</a:t>
            </a:r>
            <a:r>
              <a:rPr lang="en-US" sz="1800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kế</a:t>
            </a:r>
            <a:r>
              <a:rPr lang="en-US" sz="1800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chương</a:t>
            </a:r>
            <a:r>
              <a:rPr lang="en-US" sz="1800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trình</a:t>
            </a:r>
            <a:endParaRPr sz="1800" dirty="0">
              <a:solidFill>
                <a:schemeClr val="bg1"/>
              </a:solidFill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6492875" y="2398183"/>
            <a:ext cx="49911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Phần</a:t>
            </a:r>
            <a:r>
              <a:rPr lang="en-US" sz="1800" b="1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4:</a:t>
            </a:r>
            <a:r>
              <a:rPr lang="en-US" sz="1800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Cài</a:t>
            </a:r>
            <a:r>
              <a:rPr lang="en-US" sz="1800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đặt</a:t>
            </a:r>
            <a:r>
              <a:rPr lang="en-US" sz="1800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mô</a:t>
            </a:r>
            <a:r>
              <a:rPr lang="en-US" sz="1800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phỏng</a:t>
            </a:r>
            <a:endParaRPr sz="1800" dirty="0">
              <a:solidFill>
                <a:schemeClr val="bg1"/>
              </a:solidFill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6492875" y="2988733"/>
            <a:ext cx="49911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Phần</a:t>
            </a:r>
            <a:r>
              <a:rPr lang="en-US" sz="1800" b="1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5:</a:t>
            </a:r>
            <a:r>
              <a:rPr lang="en-US" sz="1800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Kết</a:t>
            </a:r>
            <a:r>
              <a:rPr lang="en-US" sz="1800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luận</a:t>
            </a:r>
            <a:r>
              <a:rPr lang="en-US" sz="1800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&amp; </a:t>
            </a:r>
            <a:r>
              <a:rPr lang="en-US" sz="1800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Ứng</a:t>
            </a:r>
            <a:r>
              <a:rPr lang="en-US" sz="1800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dụng</a:t>
            </a:r>
            <a:endParaRPr sz="1800" dirty="0">
              <a:solidFill>
                <a:schemeClr val="bg1"/>
              </a:solidFill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6492875" y="3579283"/>
            <a:ext cx="49911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Q &amp; A:</a:t>
            </a:r>
            <a:r>
              <a:rPr lang="en-US" sz="1800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Hỏi</a:t>
            </a:r>
            <a:r>
              <a:rPr lang="en-US" sz="1800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đáp</a:t>
            </a:r>
            <a:endParaRPr sz="1800" dirty="0">
              <a:solidFill>
                <a:schemeClr val="bg1"/>
              </a:solidFill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581025" y="581025"/>
            <a:ext cx="11581447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89B4FA"/>
                </a:solidFill>
                <a:latin typeface="Roboto Slab"/>
                <a:ea typeface="Roboto Slab"/>
                <a:cs typeface="Roboto Slab"/>
                <a:sym typeface="Roboto Slab"/>
              </a:rPr>
              <a:t>Nội dung Báo cáo</a:t>
            </a:r>
            <a:endParaRPr/>
          </a:p>
        </p:txBody>
      </p:sp>
      <p:sp>
        <p:nvSpPr>
          <p:cNvPr id="99" name="Google Shape;99;p14"/>
          <p:cNvSpPr/>
          <p:nvPr/>
        </p:nvSpPr>
        <p:spPr>
          <a:xfrm>
            <a:off x="581025" y="1247775"/>
            <a:ext cx="11029950" cy="1905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0" name="Google Shape;100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4025" y="2560108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4025" y="3150658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4025" y="3741208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15592" y="2588683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15592" y="3179233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15592" y="3769783"/>
            <a:ext cx="9525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025" y="4138612"/>
            <a:ext cx="5276850" cy="1609725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581025" y="2176462"/>
            <a:ext cx="5540692" cy="216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 dirty="0" err="1">
                <a:solidFill>
                  <a:schemeClr val="bg1"/>
                </a:solidFill>
                <a:latin typeface="Roboto Slab"/>
                <a:ea typeface="Roboto Slab"/>
                <a:cs typeface="Roboto Slab"/>
                <a:sym typeface="Roboto Slab"/>
              </a:rPr>
              <a:t>Bài</a:t>
            </a:r>
            <a:r>
              <a:rPr lang="en-US" sz="1404" b="1" i="0" u="none" strike="noStrike" cap="none" dirty="0">
                <a:solidFill>
                  <a:schemeClr val="bg1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1404" b="1" i="0" u="none" strike="noStrike" cap="none" dirty="0" err="1">
                <a:solidFill>
                  <a:schemeClr val="bg1"/>
                </a:solidFill>
                <a:latin typeface="Roboto Slab"/>
                <a:ea typeface="Roboto Slab"/>
                <a:cs typeface="Roboto Slab"/>
                <a:sym typeface="Roboto Slab"/>
              </a:rPr>
              <a:t>toán</a:t>
            </a:r>
            <a:r>
              <a:rPr lang="en-US" sz="1404" b="1" i="0" u="none" strike="noStrike" cap="none" dirty="0">
                <a:solidFill>
                  <a:schemeClr val="bg1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1404" b="1" i="0" u="none" strike="noStrike" cap="none" dirty="0" err="1">
                <a:solidFill>
                  <a:schemeClr val="bg1"/>
                </a:solidFill>
                <a:latin typeface="Roboto Slab"/>
                <a:ea typeface="Roboto Slab"/>
                <a:cs typeface="Roboto Slab"/>
                <a:sym typeface="Roboto Slab"/>
              </a:rPr>
              <a:t>Tìm</a:t>
            </a:r>
            <a:r>
              <a:rPr lang="en-US" sz="1404" b="1" i="0" u="none" strike="noStrike" cap="none" dirty="0">
                <a:solidFill>
                  <a:schemeClr val="bg1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1404" b="1" i="0" u="none" strike="noStrike" cap="none" dirty="0" err="1">
                <a:solidFill>
                  <a:schemeClr val="bg1"/>
                </a:solidFill>
                <a:latin typeface="Roboto Slab"/>
                <a:ea typeface="Roboto Slab"/>
                <a:cs typeface="Roboto Slab"/>
                <a:sym typeface="Roboto Slab"/>
              </a:rPr>
              <a:t>kiếm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14" name="Google Shape;114;p15"/>
          <p:cNvSpPr txBox="1"/>
          <p:nvPr/>
        </p:nvSpPr>
        <p:spPr>
          <a:xfrm>
            <a:off x="581025" y="2605087"/>
            <a:ext cx="52768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Các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phương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pháp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truyền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thống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gặp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hạn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chế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khi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dữ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liệu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lớn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16" name="Google Shape;116;p15"/>
          <p:cNvSpPr txBox="1"/>
          <p:nvPr/>
        </p:nvSpPr>
        <p:spPr>
          <a:xfrm>
            <a:off x="866775" y="3100387"/>
            <a:ext cx="49911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1500" b="1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Linear Search: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Độ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phức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tạp</a:t>
            </a:r>
            <a:r>
              <a:rPr lang="en-US" sz="1500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O(n) -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Chậm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17" name="Google Shape;117;p15"/>
          <p:cNvSpPr txBox="1"/>
          <p:nvPr/>
        </p:nvSpPr>
        <p:spPr>
          <a:xfrm>
            <a:off x="866775" y="3548062"/>
            <a:ext cx="49911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1500" b="1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Binary Search: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Độ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phức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tạp</a:t>
            </a:r>
            <a:r>
              <a:rPr lang="en-US" sz="1500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O(</a:t>
            </a:r>
            <a:r>
              <a:rPr lang="en-US" sz="1500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log</a:t>
            </a:r>
            <a:r>
              <a:rPr lang="en-US" sz="1500" baseline="-25000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n</a:t>
            </a:r>
            <a:r>
              <a:rPr lang="en-US" sz="1500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) -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Cần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sắp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xếp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18" name="Google Shape;118;p15"/>
          <p:cNvSpPr txBox="1"/>
          <p:nvPr/>
        </p:nvSpPr>
        <p:spPr>
          <a:xfrm>
            <a:off x="809625" y="4329112"/>
            <a:ext cx="5100637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A6E3A1"/>
                </a:solidFill>
                <a:latin typeface="Roboto Slab"/>
                <a:ea typeface="Roboto Slab"/>
                <a:cs typeface="Roboto Slab"/>
                <a:sym typeface="Roboto Slab"/>
              </a:rPr>
              <a:t>Giải pháp Hashing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809625" y="4567237"/>
            <a:ext cx="485775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pt-BR" sz="1500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Big Omega: O(1)</a:t>
            </a:r>
          </a:p>
          <a:p>
            <a:pPr>
              <a:lnSpc>
                <a:spcPct val="160000"/>
              </a:lnSpc>
            </a:pPr>
            <a:r>
              <a:rPr lang="pt-BR" sz="1500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Big O: O(n)</a:t>
            </a:r>
            <a:br>
              <a:rPr lang="en-US" sz="1500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-US" sz="1500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Cho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phép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truy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xuất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với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độ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phức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tạp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trung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bình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O(1).</a:t>
            </a:r>
            <a:endParaRPr lang="vi-VN" dirty="0">
              <a:solidFill>
                <a:schemeClr val="bg1"/>
              </a:solidFill>
              <a:ea typeface="Lato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581025" y="581025"/>
            <a:ext cx="11581447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89B4FA"/>
                </a:solidFill>
                <a:latin typeface="Roboto Slab"/>
                <a:ea typeface="Roboto Slab"/>
                <a:cs typeface="Roboto Slab"/>
                <a:sym typeface="Roboto Slab"/>
              </a:rPr>
              <a:t>Phần 1: Tổng quan về Vấn đề &amp; Giải pháp</a:t>
            </a:r>
            <a:endParaRPr/>
          </a:p>
        </p:txBody>
      </p:sp>
      <p:sp>
        <p:nvSpPr>
          <p:cNvPr id="121" name="Google Shape;121;p15"/>
          <p:cNvSpPr/>
          <p:nvPr/>
        </p:nvSpPr>
        <p:spPr>
          <a:xfrm>
            <a:off x="581025" y="1247775"/>
            <a:ext cx="11029950" cy="1905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2" name="Google Shape;122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3223153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3670828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Hình ảnh 1" descr="A typical hash function aims to place different values (no matter how similar) into separate buckets.">
            <a:extLst>
              <a:ext uri="{FF2B5EF4-FFF2-40B4-BE49-F238E27FC236}">
                <a16:creationId xmlns:a16="http://schemas.microsoft.com/office/drawing/2014/main" id="{A5E1B78A-A19A-CBFD-FCEA-5BD74AC61C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2267" y="2539432"/>
            <a:ext cx="5681133" cy="319307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 txBox="1"/>
          <p:nvPr/>
        </p:nvSpPr>
        <p:spPr>
          <a:xfrm>
            <a:off x="652742" y="1726865"/>
            <a:ext cx="5540692" cy="19434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404" b="1" dirty="0">
                <a:solidFill>
                  <a:schemeClr val="bg1"/>
                </a:solidFill>
                <a:latin typeface="Roboto Slab"/>
                <a:ea typeface="Roboto Slab"/>
                <a:cs typeface="Roboto Slab"/>
                <a:sym typeface="Roboto Slab"/>
              </a:rPr>
              <a:t>1. Key (</a:t>
            </a:r>
            <a:r>
              <a:rPr lang="en-US" sz="1404" b="1" dirty="0" err="1">
                <a:solidFill>
                  <a:schemeClr val="bg1"/>
                </a:solidFill>
                <a:latin typeface="Roboto Slab"/>
                <a:ea typeface="Roboto Slab"/>
                <a:cs typeface="Roboto Slab"/>
                <a:sym typeface="Roboto Slab"/>
              </a:rPr>
              <a:t>Khóa</a:t>
            </a:r>
            <a:r>
              <a:rPr lang="en-US" sz="1404" b="1" dirty="0">
                <a:solidFill>
                  <a:schemeClr val="bg1"/>
                </a:solidFill>
                <a:latin typeface="Roboto Slab"/>
                <a:ea typeface="Roboto Slab"/>
                <a:cs typeface="Roboto Slab"/>
                <a:sym typeface="Roboto Slab"/>
              </a:rPr>
              <a:t>):</a:t>
            </a:r>
          </a:p>
          <a:p>
            <a:r>
              <a:rPr lang="en-US" sz="1404" dirty="0" err="1">
                <a:solidFill>
                  <a:schemeClr val="bg1"/>
                </a:solidFill>
                <a:latin typeface="Roboto Slab"/>
                <a:ea typeface="Roboto Slab"/>
                <a:cs typeface="Roboto Slab"/>
                <a:sym typeface="Roboto Slab"/>
              </a:rPr>
              <a:t>Dữ</a:t>
            </a:r>
            <a:r>
              <a:rPr lang="en-US" sz="1404" dirty="0">
                <a:solidFill>
                  <a:schemeClr val="bg1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1404" dirty="0" err="1">
                <a:solidFill>
                  <a:schemeClr val="bg1"/>
                </a:solidFill>
                <a:latin typeface="Roboto Slab"/>
                <a:ea typeface="Roboto Slab"/>
                <a:cs typeface="Roboto Slab"/>
                <a:sym typeface="Roboto Slab"/>
              </a:rPr>
              <a:t>liệu</a:t>
            </a:r>
            <a:r>
              <a:rPr lang="en-US" sz="1404" dirty="0">
                <a:solidFill>
                  <a:schemeClr val="bg1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1404" dirty="0" err="1">
                <a:solidFill>
                  <a:schemeClr val="bg1"/>
                </a:solidFill>
                <a:latin typeface="Roboto Slab"/>
                <a:ea typeface="Roboto Slab"/>
                <a:cs typeface="Roboto Slab"/>
                <a:sym typeface="Roboto Slab"/>
              </a:rPr>
              <a:t>đầu</a:t>
            </a:r>
            <a:r>
              <a:rPr lang="en-US" sz="1404" dirty="0">
                <a:solidFill>
                  <a:schemeClr val="bg1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1404" dirty="0" err="1">
                <a:solidFill>
                  <a:schemeClr val="bg1"/>
                </a:solidFill>
                <a:latin typeface="Roboto Slab"/>
                <a:ea typeface="Roboto Slab"/>
                <a:cs typeface="Roboto Slab"/>
                <a:sym typeface="Roboto Slab"/>
              </a:rPr>
              <a:t>vào</a:t>
            </a:r>
            <a:endParaRPr lang="en-US" sz="1404" dirty="0">
              <a:solidFill>
                <a:schemeClr val="bg1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endParaRPr lang="en-US" sz="1404" b="1" dirty="0">
              <a:solidFill>
                <a:schemeClr val="bg1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r>
              <a:rPr lang="en-US" sz="1404" b="1" dirty="0">
                <a:solidFill>
                  <a:schemeClr val="bg1"/>
                </a:solidFill>
                <a:latin typeface="Roboto Slab"/>
                <a:ea typeface="Roboto Slab"/>
                <a:cs typeface="Roboto Slab"/>
                <a:sym typeface="Roboto Slab"/>
              </a:rPr>
              <a:t>2. Hash Function(</a:t>
            </a:r>
            <a:r>
              <a:rPr lang="en-US" sz="1404" b="1" dirty="0" err="1">
                <a:solidFill>
                  <a:schemeClr val="bg1"/>
                </a:solidFill>
                <a:latin typeface="Roboto Slab"/>
                <a:ea typeface="Roboto Slab"/>
                <a:cs typeface="Roboto Slab"/>
                <a:sym typeface="Roboto Slab"/>
              </a:rPr>
              <a:t>Hàm</a:t>
            </a:r>
            <a:r>
              <a:rPr lang="en-US" sz="1404" b="1" dirty="0">
                <a:solidFill>
                  <a:schemeClr val="bg1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1404" b="1" dirty="0" err="1">
                <a:solidFill>
                  <a:schemeClr val="bg1"/>
                </a:solidFill>
                <a:latin typeface="Roboto Slab"/>
                <a:ea typeface="Roboto Slab"/>
                <a:cs typeface="Roboto Slab"/>
                <a:sym typeface="Roboto Slab"/>
              </a:rPr>
              <a:t>Băm</a:t>
            </a:r>
            <a:r>
              <a:rPr lang="en-US" sz="1404" b="1" dirty="0">
                <a:solidFill>
                  <a:schemeClr val="bg1"/>
                </a:solidFill>
                <a:latin typeface="Roboto Slab"/>
                <a:ea typeface="Roboto Slab"/>
                <a:cs typeface="Roboto Slab"/>
                <a:sym typeface="Roboto Slab"/>
              </a:rPr>
              <a:t>):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dirty="0" err="1">
                <a:solidFill>
                  <a:schemeClr val="bg1"/>
                </a:solidFill>
                <a:latin typeface="Roboto Slab"/>
                <a:ea typeface="Roboto Slab"/>
                <a:cs typeface="Roboto Slab"/>
                <a:sym typeface="Roboto Slab"/>
              </a:rPr>
              <a:t>Thuật</a:t>
            </a:r>
            <a:r>
              <a:rPr lang="en-US" sz="1404" dirty="0">
                <a:solidFill>
                  <a:schemeClr val="bg1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1404" dirty="0" err="1">
                <a:solidFill>
                  <a:schemeClr val="bg1"/>
                </a:solidFill>
                <a:latin typeface="Roboto Slab"/>
                <a:ea typeface="Roboto Slab"/>
                <a:cs typeface="Roboto Slab"/>
                <a:sym typeface="Roboto Slab"/>
              </a:rPr>
              <a:t>toán</a:t>
            </a:r>
            <a:r>
              <a:rPr lang="en-US" sz="1404" dirty="0">
                <a:solidFill>
                  <a:schemeClr val="bg1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1404" dirty="0" err="1">
                <a:solidFill>
                  <a:schemeClr val="bg1"/>
                </a:solidFill>
                <a:latin typeface="Roboto Slab"/>
                <a:ea typeface="Roboto Slab"/>
                <a:cs typeface="Roboto Slab"/>
                <a:sym typeface="Roboto Slab"/>
              </a:rPr>
              <a:t>để</a:t>
            </a:r>
            <a:r>
              <a:rPr lang="en-US" sz="1404" dirty="0">
                <a:solidFill>
                  <a:schemeClr val="bg1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1404" dirty="0" err="1">
                <a:solidFill>
                  <a:schemeClr val="bg1"/>
                </a:solidFill>
                <a:latin typeface="Roboto Slab"/>
                <a:ea typeface="Roboto Slab"/>
                <a:cs typeface="Roboto Slab"/>
                <a:sym typeface="Roboto Slab"/>
              </a:rPr>
              <a:t>xử</a:t>
            </a:r>
            <a:r>
              <a:rPr lang="en-US" sz="1404" dirty="0">
                <a:solidFill>
                  <a:schemeClr val="bg1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1404" dirty="0" err="1">
                <a:solidFill>
                  <a:schemeClr val="bg1"/>
                </a:solidFill>
                <a:latin typeface="Roboto Slab"/>
                <a:ea typeface="Roboto Slab"/>
                <a:cs typeface="Roboto Slab"/>
                <a:sym typeface="Roboto Slab"/>
              </a:rPr>
              <a:t>lý</a:t>
            </a:r>
            <a:r>
              <a:rPr lang="en-US" sz="1404" dirty="0">
                <a:solidFill>
                  <a:schemeClr val="bg1"/>
                </a:solidFill>
                <a:latin typeface="Roboto Slab"/>
                <a:ea typeface="Roboto Slab"/>
                <a:cs typeface="Roboto Slab"/>
                <a:sym typeface="Roboto Slab"/>
              </a:rPr>
              <a:t> key</a:t>
            </a:r>
            <a:endParaRPr lang="en-US" sz="1404" i="0" u="none" strike="noStrike" cap="none" dirty="0">
              <a:solidFill>
                <a:schemeClr val="bg1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404" b="1" i="0" u="none" strike="noStrike" cap="none" dirty="0">
              <a:solidFill>
                <a:schemeClr val="bg1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 dirty="0">
                <a:solidFill>
                  <a:schemeClr val="bg1"/>
                </a:solidFill>
                <a:latin typeface="Roboto Slab"/>
                <a:ea typeface="Roboto Slab"/>
                <a:cs typeface="Roboto Slab"/>
                <a:sym typeface="Roboto Slab"/>
              </a:rPr>
              <a:t>3. Hash Table (</a:t>
            </a:r>
            <a:r>
              <a:rPr lang="en-US" sz="1404" b="1" i="0" u="none" strike="noStrike" cap="none" dirty="0" err="1">
                <a:solidFill>
                  <a:schemeClr val="bg1"/>
                </a:solidFill>
                <a:latin typeface="Roboto Slab"/>
                <a:ea typeface="Roboto Slab"/>
                <a:cs typeface="Roboto Slab"/>
                <a:sym typeface="Roboto Slab"/>
              </a:rPr>
              <a:t>Bảng</a:t>
            </a:r>
            <a:r>
              <a:rPr lang="en-US" sz="1404" b="1" i="0" u="none" strike="noStrike" cap="none" dirty="0">
                <a:solidFill>
                  <a:schemeClr val="bg1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1404" b="1" i="0" u="none" strike="noStrike" cap="none" dirty="0" err="1">
                <a:solidFill>
                  <a:schemeClr val="bg1"/>
                </a:solidFill>
                <a:latin typeface="Roboto Slab"/>
                <a:ea typeface="Roboto Slab"/>
                <a:cs typeface="Roboto Slab"/>
                <a:sym typeface="Roboto Slab"/>
              </a:rPr>
              <a:t>Băm</a:t>
            </a:r>
            <a:r>
              <a:rPr lang="en-US" sz="1404" b="1" i="0" u="none" strike="noStrike" cap="none" dirty="0">
                <a:solidFill>
                  <a:schemeClr val="bg1"/>
                </a:solidFill>
                <a:latin typeface="Roboto Slab"/>
                <a:ea typeface="Roboto Slab"/>
                <a:cs typeface="Roboto Slab"/>
                <a:sym typeface="Roboto Slab"/>
              </a:rPr>
              <a:t>):</a:t>
            </a:r>
          </a:p>
          <a:p>
            <a:r>
              <a:rPr lang="en-US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Là</a:t>
            </a:r>
            <a:r>
              <a:rPr lang="en-US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một</a:t>
            </a:r>
            <a:r>
              <a:rPr lang="en-US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mảng</a:t>
            </a:r>
            <a:r>
              <a:rPr lang="en-US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các</a:t>
            </a:r>
            <a:r>
              <a:rPr lang="en-US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"</a:t>
            </a:r>
            <a:r>
              <a:rPr lang="en-US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ngăn</a:t>
            </a:r>
            <a:r>
              <a:rPr lang="en-US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chứa</a:t>
            </a:r>
            <a:r>
              <a:rPr lang="en-US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" (buckets), </a:t>
            </a:r>
            <a:r>
              <a:rPr lang="en-US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được</a:t>
            </a:r>
            <a:r>
              <a:rPr lang="en-US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đánh</a:t>
            </a:r>
            <a:r>
              <a:rPr lang="en-US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chỉ</a:t>
            </a:r>
            <a:r>
              <a:rPr lang="en-US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số</a:t>
            </a:r>
            <a:r>
              <a:rPr lang="en-US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từ</a:t>
            </a:r>
            <a:r>
              <a:rPr lang="en-US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0  </a:t>
            </a:r>
            <a:r>
              <a:rPr lang="en-US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đến</a:t>
            </a:r>
            <a:r>
              <a:rPr lang="en-US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m – 1 (</a:t>
            </a:r>
            <a:r>
              <a:rPr lang="en-US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với</a:t>
            </a:r>
            <a:r>
              <a:rPr lang="en-US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m </a:t>
            </a:r>
            <a:r>
              <a:rPr lang="en-US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là</a:t>
            </a:r>
            <a:r>
              <a:rPr lang="en-US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kích</a:t>
            </a:r>
            <a:r>
              <a:rPr lang="en-US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thước</a:t>
            </a:r>
            <a:r>
              <a:rPr lang="en-US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bảng</a:t>
            </a:r>
            <a:r>
              <a:rPr lang="en-US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)</a:t>
            </a:r>
            <a:endParaRPr lang="en-US" sz="1200" dirty="0">
              <a:solidFill>
                <a:schemeClr val="bg1"/>
              </a:solidFill>
              <a:latin typeface="Times New Roman"/>
              <a:ea typeface="Lato"/>
              <a:cs typeface="Times New Roman"/>
            </a:endParaRPr>
          </a:p>
        </p:txBody>
      </p:sp>
      <p:sp>
        <p:nvSpPr>
          <p:cNvPr id="138" name="Google Shape;138;p16"/>
          <p:cNvSpPr txBox="1"/>
          <p:nvPr/>
        </p:nvSpPr>
        <p:spPr>
          <a:xfrm>
            <a:off x="581025" y="581025"/>
            <a:ext cx="11581447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89B4FA"/>
                </a:solidFill>
                <a:latin typeface="Roboto Slab"/>
                <a:ea typeface="Roboto Slab"/>
                <a:cs typeface="Roboto Slab"/>
                <a:sym typeface="Roboto Slab"/>
              </a:rPr>
              <a:t>Phần 2: Cấu trúc Dữ liệu Bảng Băm</a:t>
            </a:r>
            <a:endParaRPr/>
          </a:p>
        </p:txBody>
      </p:sp>
      <p:sp>
        <p:nvSpPr>
          <p:cNvPr id="139" name="Google Shape;139;p16"/>
          <p:cNvSpPr/>
          <p:nvPr/>
        </p:nvSpPr>
        <p:spPr>
          <a:xfrm>
            <a:off x="581025" y="1247775"/>
            <a:ext cx="11029950" cy="1905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B98B54-2D48-43D8-ABF2-4E88833E4E5D}"/>
              </a:ext>
            </a:extLst>
          </p:cNvPr>
          <p:cNvSpPr/>
          <p:nvPr/>
        </p:nvSpPr>
        <p:spPr>
          <a:xfrm>
            <a:off x="581025" y="3777135"/>
            <a:ext cx="170912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b="1" dirty="0" err="1">
                <a:solidFill>
                  <a:schemeClr val="bg1"/>
                </a:solidFill>
                <a:latin typeface="Roboto Slab"/>
                <a:ea typeface="Roboto Slab"/>
                <a:cs typeface="Roboto Slab"/>
                <a:sym typeface="Roboto Slab"/>
              </a:rPr>
              <a:t>Quy</a:t>
            </a:r>
            <a:r>
              <a:rPr lang="en-US" b="1" dirty="0">
                <a:solidFill>
                  <a:schemeClr val="bg1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Roboto Slab"/>
                <a:ea typeface="Roboto Slab"/>
                <a:cs typeface="Roboto Slab"/>
                <a:sym typeface="Roboto Slab"/>
              </a:rPr>
              <a:t>trình</a:t>
            </a:r>
            <a:r>
              <a:rPr lang="en-US" b="1" dirty="0">
                <a:solidFill>
                  <a:schemeClr val="bg1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Roboto Slab"/>
                <a:ea typeface="Roboto Slab"/>
                <a:cs typeface="Roboto Slab"/>
                <a:sym typeface="Roboto Slab"/>
              </a:rPr>
              <a:t>Ánh</a:t>
            </a:r>
            <a:r>
              <a:rPr lang="en-US" b="1" dirty="0">
                <a:solidFill>
                  <a:schemeClr val="bg1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Roboto Slab"/>
                <a:ea typeface="Roboto Slab"/>
                <a:cs typeface="Roboto Slab"/>
                <a:sym typeface="Roboto Slab"/>
              </a:rPr>
              <a:t>xạ</a:t>
            </a:r>
            <a:r>
              <a:rPr lang="en-US" b="1" dirty="0">
                <a:solidFill>
                  <a:schemeClr val="bg1"/>
                </a:solidFill>
                <a:latin typeface="Roboto Slab"/>
                <a:ea typeface="Roboto Slab"/>
                <a:cs typeface="Roboto Slab"/>
                <a:sym typeface="Roboto Slab"/>
              </a:rPr>
              <a:t>: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9" name="Google Shape;134;p16">
            <a:extLst>
              <a:ext uri="{FF2B5EF4-FFF2-40B4-BE49-F238E27FC236}">
                <a16:creationId xmlns:a16="http://schemas.microsoft.com/office/drawing/2014/main" id="{9A6AB66D-6B79-47F3-91D3-BBA05D5AD0EA}"/>
              </a:ext>
            </a:extLst>
          </p:cNvPr>
          <p:cNvSpPr txBox="1"/>
          <p:nvPr/>
        </p:nvSpPr>
        <p:spPr>
          <a:xfrm>
            <a:off x="1276911" y="4176712"/>
            <a:ext cx="4419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Input: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Đối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tượng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dữ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liệu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K.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20" name="Google Shape;135;p16">
            <a:extLst>
              <a:ext uri="{FF2B5EF4-FFF2-40B4-BE49-F238E27FC236}">
                <a16:creationId xmlns:a16="http://schemas.microsoft.com/office/drawing/2014/main" id="{4FB528D6-CBEB-422A-944C-FEA687308B7E}"/>
              </a:ext>
            </a:extLst>
          </p:cNvPr>
          <p:cNvSpPr txBox="1"/>
          <p:nvPr/>
        </p:nvSpPr>
        <p:spPr>
          <a:xfrm>
            <a:off x="1276911" y="4624387"/>
            <a:ext cx="4419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1500" b="1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Hashing: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Tính</a:t>
            </a:r>
            <a:r>
              <a:rPr lang="en-US" sz="1500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 h(K)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để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lấy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hash code.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21" name="Google Shape;136;p16">
            <a:extLst>
              <a:ext uri="{FF2B5EF4-FFF2-40B4-BE49-F238E27FC236}">
                <a16:creationId xmlns:a16="http://schemas.microsoft.com/office/drawing/2014/main" id="{19006284-2C9F-4D48-AF02-A3DB6FD3B6CD}"/>
              </a:ext>
            </a:extLst>
          </p:cNvPr>
          <p:cNvSpPr txBox="1"/>
          <p:nvPr/>
        </p:nvSpPr>
        <p:spPr>
          <a:xfrm>
            <a:off x="1276911" y="5072062"/>
            <a:ext cx="4419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1500" b="1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Indexing:</a:t>
            </a:r>
            <a:r>
              <a:rPr lang="en-US" sz="1500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 I 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=  </a:t>
            </a:r>
            <a:r>
              <a:rPr lang="en-US" sz="1500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h(K) % 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m.</a:t>
            </a:r>
            <a:endParaRPr lang="vi-VN" dirty="0">
              <a:solidFill>
                <a:schemeClr val="bg1"/>
              </a:solidFill>
            </a:endParaRPr>
          </a:p>
        </p:txBody>
      </p:sp>
      <p:sp>
        <p:nvSpPr>
          <p:cNvPr id="22" name="Google Shape;137;p16">
            <a:extLst>
              <a:ext uri="{FF2B5EF4-FFF2-40B4-BE49-F238E27FC236}">
                <a16:creationId xmlns:a16="http://schemas.microsoft.com/office/drawing/2014/main" id="{7A2EFC4B-8455-4650-A115-B0915B3985C3}"/>
              </a:ext>
            </a:extLst>
          </p:cNvPr>
          <p:cNvSpPr txBox="1"/>
          <p:nvPr/>
        </p:nvSpPr>
        <p:spPr>
          <a:xfrm>
            <a:off x="1276911" y="5519737"/>
            <a:ext cx="4419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1500" b="1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Storage: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Lưu K </a:t>
            </a:r>
            <a:r>
              <a:rPr lang="en-US" sz="1500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vào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bucket I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23" name="Google Shape;140;p16" descr="image.png">
            <a:extLst>
              <a:ext uri="{FF2B5EF4-FFF2-40B4-BE49-F238E27FC236}">
                <a16:creationId xmlns:a16="http://schemas.microsoft.com/office/drawing/2014/main" id="{E0A26BDD-181E-4304-B966-6999DBF8190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9628" y="4299479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141;p16" descr="image.png">
            <a:extLst>
              <a:ext uri="{FF2B5EF4-FFF2-40B4-BE49-F238E27FC236}">
                <a16:creationId xmlns:a16="http://schemas.microsoft.com/office/drawing/2014/main" id="{083E55CA-DFF3-44C2-BA1A-FD330F17B64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9628" y="4747154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142;p16" descr="image.png">
            <a:extLst>
              <a:ext uri="{FF2B5EF4-FFF2-40B4-BE49-F238E27FC236}">
                <a16:creationId xmlns:a16="http://schemas.microsoft.com/office/drawing/2014/main" id="{AC6244E7-B22B-4AB2-83C4-E4E017FEF12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9628" y="5194829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143;p16" descr="image.png">
            <a:extLst>
              <a:ext uri="{FF2B5EF4-FFF2-40B4-BE49-F238E27FC236}">
                <a16:creationId xmlns:a16="http://schemas.microsoft.com/office/drawing/2014/main" id="{0686D0C4-E6E2-413F-BB48-72D49069EFE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9628" y="5642504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Picture 2" descr="What are hash tables? | Domino Data Lab">
            <a:extLst>
              <a:ext uri="{FF2B5EF4-FFF2-40B4-BE49-F238E27FC236}">
                <a16:creationId xmlns:a16="http://schemas.microsoft.com/office/drawing/2014/main" id="{0896D812-90E3-4150-9162-B212AAE877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1748" y="2024391"/>
            <a:ext cx="5284790" cy="3680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94647" y="2315467"/>
            <a:ext cx="3486150" cy="32937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006478" y="2315467"/>
            <a:ext cx="3486150" cy="3293715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7"/>
          <p:cNvSpPr txBox="1"/>
          <p:nvPr/>
        </p:nvSpPr>
        <p:spPr>
          <a:xfrm>
            <a:off x="2289922" y="3258442"/>
            <a:ext cx="2090261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chemeClr val="bg1"/>
                </a:solidFill>
                <a:latin typeface="Roboto Slab"/>
                <a:ea typeface="Roboto Slab"/>
                <a:cs typeface="Roboto Slab"/>
                <a:sym typeface="Roboto Slab"/>
              </a:rPr>
              <a:t>Chaining (</a:t>
            </a:r>
            <a:r>
              <a:rPr lang="en-US" sz="1800" b="1" i="0" u="none" strike="noStrike" cap="none" dirty="0" err="1">
                <a:solidFill>
                  <a:schemeClr val="bg1"/>
                </a:solidFill>
                <a:latin typeface="Roboto Slab"/>
                <a:ea typeface="Roboto Slab"/>
                <a:cs typeface="Roboto Slab"/>
                <a:sym typeface="Roboto Slab"/>
              </a:rPr>
              <a:t>Kết</a:t>
            </a:r>
            <a:r>
              <a:rPr lang="en-US" sz="1800" b="1" i="0" u="none" strike="noStrike" cap="none" dirty="0">
                <a:solidFill>
                  <a:schemeClr val="bg1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1800" b="1" i="0" u="none" strike="noStrike" cap="none" dirty="0" err="1">
                <a:solidFill>
                  <a:schemeClr val="bg1"/>
                </a:solidFill>
                <a:latin typeface="Roboto Slab"/>
                <a:ea typeface="Roboto Slab"/>
                <a:cs typeface="Roboto Slab"/>
                <a:sym typeface="Roboto Slab"/>
              </a:rPr>
              <a:t>nối</a:t>
            </a:r>
            <a:r>
              <a:rPr lang="en-US" sz="1800" b="1" i="0" u="none" strike="noStrike" cap="none" dirty="0">
                <a:solidFill>
                  <a:schemeClr val="bg1"/>
                </a:solidFill>
                <a:latin typeface="Roboto Slab"/>
                <a:ea typeface="Roboto Slab"/>
                <a:cs typeface="Roboto Slab"/>
                <a:sym typeface="Roboto Slab"/>
              </a:rPr>
              <a:t>)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53" name="Google Shape;153;p17"/>
          <p:cNvSpPr txBox="1"/>
          <p:nvPr/>
        </p:nvSpPr>
        <p:spPr>
          <a:xfrm>
            <a:off x="2289922" y="3896617"/>
            <a:ext cx="289560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Mỗi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bucket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trỏ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đến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một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1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Danh</a:t>
            </a:r>
            <a:r>
              <a:rPr lang="en-US" sz="1500" b="1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1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sách</a:t>
            </a:r>
            <a:r>
              <a:rPr lang="en-US" sz="1500" b="1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1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liên</a:t>
            </a:r>
            <a:r>
              <a:rPr lang="en-US" sz="1500" b="1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1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kết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.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Khi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va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chạm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phần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tử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mới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được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thêm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vào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cuối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danh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sách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54" name="Google Shape;154;p17"/>
          <p:cNvSpPr txBox="1"/>
          <p:nvPr/>
        </p:nvSpPr>
        <p:spPr>
          <a:xfrm>
            <a:off x="7301753" y="3258442"/>
            <a:ext cx="196024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chemeClr val="bg1"/>
                </a:solidFill>
                <a:latin typeface="Roboto Slab"/>
                <a:ea typeface="Roboto Slab"/>
                <a:cs typeface="Roboto Slab"/>
                <a:sym typeface="Roboto Slab"/>
              </a:rPr>
              <a:t>Open Addressing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55" name="Google Shape;155;p17"/>
          <p:cNvSpPr txBox="1"/>
          <p:nvPr/>
        </p:nvSpPr>
        <p:spPr>
          <a:xfrm>
            <a:off x="7301753" y="3661294"/>
            <a:ext cx="2895600" cy="1846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1500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Khi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bucket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bị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chiếm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tìm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bucket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trống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tiếp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theo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theo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quy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luậ</a:t>
            </a:r>
            <a:r>
              <a:rPr lang="en-US" sz="1500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Linear </a:t>
            </a:r>
            <a:r>
              <a:rPr lang="en-US" sz="1500" dirty="0">
                <a:solidFill>
                  <a:schemeClr val="bg1"/>
                </a:solidFill>
              </a:rPr>
              <a:t>(</a:t>
            </a:r>
            <a:r>
              <a:rPr lang="vi-VN" sz="1500" dirty="0">
                <a:solidFill>
                  <a:schemeClr val="bg1"/>
                </a:solidFill>
              </a:rPr>
              <a:t>Bước nhảy cố định</a:t>
            </a:r>
            <a:r>
              <a:rPr lang="en-US" sz="1500" dirty="0">
                <a:solidFill>
                  <a:schemeClr val="bg1"/>
                </a:solidFill>
              </a:rPr>
              <a:t>)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, Quadratic </a:t>
            </a:r>
            <a:r>
              <a:rPr lang="en-US" sz="1500" dirty="0">
                <a:solidFill>
                  <a:schemeClr val="bg1"/>
                </a:solidFill>
              </a:rPr>
              <a:t>(</a:t>
            </a:r>
            <a:r>
              <a:rPr lang="vi-VN" sz="1500" dirty="0">
                <a:solidFill>
                  <a:schemeClr val="bg1"/>
                </a:solidFill>
              </a:rPr>
              <a:t>Bước nhảy tăng theo hàm mũ</a:t>
            </a:r>
            <a:r>
              <a:rPr lang="en-US" sz="1500" dirty="0">
                <a:solidFill>
                  <a:schemeClr val="bg1"/>
                </a:solidFill>
              </a:rPr>
              <a:t>)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500" dirty="0">
              <a:solidFill>
                <a:schemeClr val="bg1"/>
              </a:solidFill>
            </a:endParaRPr>
          </a:p>
        </p:txBody>
      </p:sp>
      <p:pic>
        <p:nvPicPr>
          <p:cNvPr id="158" name="Google Shape;158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289922" y="2648842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301753" y="2648842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7"/>
          <p:cNvSpPr txBox="1"/>
          <p:nvPr/>
        </p:nvSpPr>
        <p:spPr>
          <a:xfrm>
            <a:off x="581025" y="581025"/>
            <a:ext cx="11581447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89B4FA"/>
                </a:solidFill>
                <a:latin typeface="Roboto Slab"/>
                <a:ea typeface="Roboto Slab"/>
                <a:cs typeface="Roboto Slab"/>
                <a:sym typeface="Roboto Slab"/>
              </a:rPr>
              <a:t>Nguyên lý Xử lý Va chạm (Collision)</a:t>
            </a:r>
            <a:endParaRPr/>
          </a:p>
        </p:txBody>
      </p:sp>
      <p:sp>
        <p:nvSpPr>
          <p:cNvPr id="162" name="Google Shape;162;p17"/>
          <p:cNvSpPr/>
          <p:nvPr/>
        </p:nvSpPr>
        <p:spPr>
          <a:xfrm>
            <a:off x="581025" y="1247775"/>
            <a:ext cx="11029950" cy="1905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7"/>
          <p:cNvSpPr txBox="1"/>
          <p:nvPr/>
        </p:nvSpPr>
        <p:spPr>
          <a:xfrm>
            <a:off x="581025" y="581025"/>
            <a:ext cx="11581447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89B4FA"/>
                </a:solidFill>
                <a:latin typeface="Roboto Slab"/>
                <a:ea typeface="Roboto Slab"/>
                <a:cs typeface="Roboto Slab"/>
                <a:sym typeface="Roboto Slab"/>
              </a:rPr>
              <a:t>Double Hashing</a:t>
            </a:r>
            <a:endParaRPr dirty="0"/>
          </a:p>
        </p:txBody>
      </p:sp>
      <p:sp>
        <p:nvSpPr>
          <p:cNvPr id="162" name="Google Shape;162;p17"/>
          <p:cNvSpPr/>
          <p:nvPr/>
        </p:nvSpPr>
        <p:spPr>
          <a:xfrm>
            <a:off x="581025" y="1247775"/>
            <a:ext cx="11029950" cy="1905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30;p16">
            <a:extLst>
              <a:ext uri="{FF2B5EF4-FFF2-40B4-BE49-F238E27FC236}">
                <a16:creationId xmlns:a16="http://schemas.microsoft.com/office/drawing/2014/main" id="{5B6D01EA-A2E7-4CDB-BC6E-88585ED4BDD0}"/>
              </a:ext>
            </a:extLst>
          </p:cNvPr>
          <p:cNvSpPr txBox="1"/>
          <p:nvPr/>
        </p:nvSpPr>
        <p:spPr>
          <a:xfrm>
            <a:off x="581025" y="1518343"/>
            <a:ext cx="6922434" cy="1231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vi-VN" sz="1600" dirty="0">
                <a:solidFill>
                  <a:schemeClr val="bg1"/>
                </a:solidFill>
              </a:rPr>
              <a:t>Là phương pháp sử dụng </a:t>
            </a:r>
            <a:r>
              <a:rPr lang="vi-VN" sz="1600" b="1" dirty="0">
                <a:solidFill>
                  <a:schemeClr val="bg1"/>
                </a:solidFill>
              </a:rPr>
              <a:t>hai hàm băm độc lập</a:t>
            </a:r>
            <a:r>
              <a:rPr lang="vi-VN" sz="1600" dirty="0">
                <a:solidFill>
                  <a:schemeClr val="bg1"/>
                </a:solidFill>
              </a:rPr>
              <a:t> để giải quyết va chạm.</a:t>
            </a:r>
            <a:endParaRPr lang="en-US" sz="1600" dirty="0">
              <a:solidFill>
                <a:schemeClr val="bg1"/>
              </a:solidFill>
            </a:endParaRPr>
          </a:p>
          <a:p>
            <a:endParaRPr lang="en-US" sz="1600" dirty="0">
              <a:solidFill>
                <a:schemeClr val="bg1"/>
              </a:solidFill>
              <a:latin typeface="+mj-lt"/>
              <a:ea typeface="Lato"/>
              <a:cs typeface="Times New Roman"/>
            </a:endParaRPr>
          </a:p>
          <a:p>
            <a:r>
              <a:rPr lang="en-US" altLang="en-US" sz="1600" b="1" dirty="0" err="1">
                <a:solidFill>
                  <a:schemeClr val="bg1"/>
                </a:solidFill>
                <a:latin typeface="+mj-lt"/>
              </a:rPr>
              <a:t>Cơ</a:t>
            </a:r>
            <a:r>
              <a:rPr lang="en-US" altLang="en-US" sz="1600" b="1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altLang="en-US" sz="1600" b="1" dirty="0" err="1">
                <a:solidFill>
                  <a:schemeClr val="bg1"/>
                </a:solidFill>
                <a:latin typeface="+mj-lt"/>
              </a:rPr>
              <a:t>chế</a:t>
            </a:r>
            <a:r>
              <a:rPr lang="en-US" altLang="en-US" sz="1600" b="1" dirty="0">
                <a:solidFill>
                  <a:schemeClr val="bg1"/>
                </a:solidFill>
                <a:latin typeface="+mj-lt"/>
              </a:rPr>
              <a:t>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60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altLang="en-US" sz="1600" dirty="0" err="1">
                <a:solidFill>
                  <a:schemeClr val="bg1"/>
                </a:solidFill>
                <a:latin typeface="+mj-lt"/>
              </a:rPr>
              <a:t>Hàm</a:t>
            </a:r>
            <a:r>
              <a:rPr lang="en-US" altLang="en-US" sz="160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altLang="en-US" sz="1600" dirty="0" err="1">
                <a:solidFill>
                  <a:schemeClr val="bg1"/>
                </a:solidFill>
                <a:latin typeface="+mj-lt"/>
              </a:rPr>
              <a:t>băm</a:t>
            </a:r>
            <a:r>
              <a:rPr lang="en-US" altLang="en-US" sz="1600" dirty="0">
                <a:solidFill>
                  <a:schemeClr val="bg1"/>
                </a:solidFill>
                <a:latin typeface="+mj-lt"/>
              </a:rPr>
              <a:t> 1: </a:t>
            </a:r>
            <a:r>
              <a:rPr lang="en-US" altLang="en-US" sz="1600" dirty="0" err="1">
                <a:solidFill>
                  <a:schemeClr val="bg1"/>
                </a:solidFill>
                <a:latin typeface="+mj-lt"/>
              </a:rPr>
              <a:t>Xác</a:t>
            </a:r>
            <a:r>
              <a:rPr lang="en-US" altLang="en-US" sz="160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altLang="en-US" sz="1600" dirty="0" err="1">
                <a:solidFill>
                  <a:schemeClr val="bg1"/>
                </a:solidFill>
                <a:latin typeface="+mj-lt"/>
              </a:rPr>
              <a:t>định</a:t>
            </a:r>
            <a:r>
              <a:rPr lang="en-US" altLang="en-US" sz="160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altLang="en-US" sz="1600" dirty="0" err="1">
                <a:solidFill>
                  <a:schemeClr val="bg1"/>
                </a:solidFill>
                <a:latin typeface="+mj-lt"/>
              </a:rPr>
              <a:t>vị</a:t>
            </a:r>
            <a:r>
              <a:rPr lang="en-US" altLang="en-US" sz="160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altLang="en-US" sz="1600" dirty="0" err="1">
                <a:solidFill>
                  <a:schemeClr val="bg1"/>
                </a:solidFill>
                <a:latin typeface="+mj-lt"/>
              </a:rPr>
              <a:t>trí</a:t>
            </a:r>
            <a:r>
              <a:rPr lang="en-US" altLang="en-US" sz="1600" dirty="0">
                <a:solidFill>
                  <a:schemeClr val="bg1"/>
                </a:solidFill>
                <a:latin typeface="+mj-lt"/>
              </a:rPr>
              <a:t> ban </a:t>
            </a:r>
            <a:r>
              <a:rPr lang="en-US" altLang="en-US" sz="1600" dirty="0" err="1">
                <a:solidFill>
                  <a:schemeClr val="bg1"/>
                </a:solidFill>
                <a:latin typeface="+mj-lt"/>
              </a:rPr>
              <a:t>đầu</a:t>
            </a:r>
            <a:r>
              <a:rPr lang="en-US" altLang="en-US" sz="1600" dirty="0">
                <a:solidFill>
                  <a:schemeClr val="bg1"/>
                </a:solidFill>
                <a:latin typeface="+mj-lt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60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altLang="en-US" sz="1600" dirty="0" err="1">
                <a:solidFill>
                  <a:schemeClr val="bg1"/>
                </a:solidFill>
                <a:latin typeface="+mj-lt"/>
              </a:rPr>
              <a:t>Hàm</a:t>
            </a:r>
            <a:r>
              <a:rPr lang="en-US" altLang="en-US" sz="160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altLang="en-US" sz="1600" dirty="0" err="1">
                <a:solidFill>
                  <a:schemeClr val="bg1"/>
                </a:solidFill>
                <a:latin typeface="+mj-lt"/>
              </a:rPr>
              <a:t>băm</a:t>
            </a:r>
            <a:r>
              <a:rPr lang="en-US" altLang="en-US" sz="1600" dirty="0">
                <a:solidFill>
                  <a:schemeClr val="bg1"/>
                </a:solidFill>
                <a:latin typeface="+mj-lt"/>
              </a:rPr>
              <a:t> 2: </a:t>
            </a:r>
            <a:r>
              <a:rPr lang="en-US" altLang="en-US" sz="1600" dirty="0" err="1">
                <a:solidFill>
                  <a:schemeClr val="bg1"/>
                </a:solidFill>
                <a:latin typeface="+mj-lt"/>
              </a:rPr>
              <a:t>Xác</a:t>
            </a:r>
            <a:r>
              <a:rPr lang="en-US" altLang="en-US" sz="160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altLang="en-US" sz="1600" dirty="0" err="1">
                <a:solidFill>
                  <a:schemeClr val="bg1"/>
                </a:solidFill>
                <a:latin typeface="+mj-lt"/>
              </a:rPr>
              <a:t>định</a:t>
            </a:r>
            <a:r>
              <a:rPr lang="en-US" altLang="en-US" sz="160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altLang="en-US" sz="1600" b="1" dirty="0" err="1">
                <a:solidFill>
                  <a:schemeClr val="bg1"/>
                </a:solidFill>
                <a:latin typeface="+mj-lt"/>
              </a:rPr>
              <a:t>độ</a:t>
            </a:r>
            <a:r>
              <a:rPr lang="en-US" altLang="en-US" sz="1600" b="1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altLang="en-US" sz="1600" b="1" dirty="0" err="1">
                <a:solidFill>
                  <a:schemeClr val="bg1"/>
                </a:solidFill>
                <a:latin typeface="+mj-lt"/>
              </a:rPr>
              <a:t>dài</a:t>
            </a:r>
            <a:r>
              <a:rPr lang="en-US" altLang="en-US" sz="1600" b="1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altLang="en-US" sz="1600" b="1" dirty="0" err="1">
                <a:solidFill>
                  <a:schemeClr val="bg1"/>
                </a:solidFill>
                <a:latin typeface="+mj-lt"/>
              </a:rPr>
              <a:t>bước</a:t>
            </a:r>
            <a:r>
              <a:rPr lang="en-US" altLang="en-US" sz="1600" b="1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altLang="en-US" sz="1600" b="1" dirty="0" err="1">
                <a:solidFill>
                  <a:schemeClr val="bg1"/>
                </a:solidFill>
                <a:latin typeface="+mj-lt"/>
              </a:rPr>
              <a:t>nhảy</a:t>
            </a:r>
            <a:r>
              <a:rPr lang="en-US" altLang="en-US" sz="1600" dirty="0">
                <a:solidFill>
                  <a:schemeClr val="bg1"/>
                </a:solidFill>
                <a:latin typeface="+mj-lt"/>
              </a:rPr>
              <a:t> (step size) </a:t>
            </a:r>
            <a:r>
              <a:rPr lang="en-US" altLang="en-US" sz="1600" dirty="0" err="1">
                <a:solidFill>
                  <a:schemeClr val="bg1"/>
                </a:solidFill>
                <a:latin typeface="+mj-lt"/>
              </a:rPr>
              <a:t>nếu</a:t>
            </a:r>
            <a:r>
              <a:rPr lang="en-US" altLang="en-US" sz="160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altLang="en-US" sz="1600" dirty="0" err="1">
                <a:solidFill>
                  <a:schemeClr val="bg1"/>
                </a:solidFill>
                <a:latin typeface="+mj-lt"/>
              </a:rPr>
              <a:t>xảy</a:t>
            </a:r>
            <a:r>
              <a:rPr lang="en-US" altLang="en-US" sz="1600" dirty="0">
                <a:solidFill>
                  <a:schemeClr val="bg1"/>
                </a:solidFill>
                <a:latin typeface="+mj-lt"/>
              </a:rPr>
              <a:t> ra </a:t>
            </a:r>
            <a:r>
              <a:rPr lang="en-US" altLang="en-US" sz="1600" dirty="0" err="1">
                <a:solidFill>
                  <a:schemeClr val="bg1"/>
                </a:solidFill>
                <a:latin typeface="+mj-lt"/>
              </a:rPr>
              <a:t>va</a:t>
            </a:r>
            <a:r>
              <a:rPr lang="en-US" altLang="en-US" sz="160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altLang="en-US" sz="1600" dirty="0" err="1">
                <a:solidFill>
                  <a:schemeClr val="bg1"/>
                </a:solidFill>
                <a:latin typeface="+mj-lt"/>
              </a:rPr>
              <a:t>chạm</a:t>
            </a:r>
            <a:r>
              <a:rPr lang="en-US" altLang="en-US" sz="1600" dirty="0">
                <a:solidFill>
                  <a:schemeClr val="bg1"/>
                </a:solidFill>
                <a:latin typeface="+mj-lt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0ADC48-D43F-4145-BA2A-48F3F07813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775" y="3088505"/>
            <a:ext cx="3953427" cy="342948"/>
          </a:xfrm>
          <a:prstGeom prst="rect">
            <a:avLst/>
          </a:prstGeom>
        </p:spPr>
      </p:pic>
      <p:sp>
        <p:nvSpPr>
          <p:cNvPr id="20" name="Google Shape;130;p16">
            <a:extLst>
              <a:ext uri="{FF2B5EF4-FFF2-40B4-BE49-F238E27FC236}">
                <a16:creationId xmlns:a16="http://schemas.microsoft.com/office/drawing/2014/main" id="{E3871C27-C4F2-448E-84F9-0E32BBDE8899}"/>
              </a:ext>
            </a:extLst>
          </p:cNvPr>
          <p:cNvSpPr txBox="1"/>
          <p:nvPr/>
        </p:nvSpPr>
        <p:spPr>
          <a:xfrm>
            <a:off x="4206775" y="3580435"/>
            <a:ext cx="3263674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eaLnBrk="0" fontAlgn="base" hangingPunct="0"/>
            <a:r>
              <a:rPr lang="vi-VN" dirty="0">
                <a:solidFill>
                  <a:schemeClr val="bg1"/>
                </a:solidFill>
              </a:rPr>
              <a:t>M: Kích thước bảng băm (Table Size).</a:t>
            </a:r>
            <a:endParaRPr lang="en-US" dirty="0">
              <a:solidFill>
                <a:schemeClr val="bg1"/>
              </a:solidFill>
            </a:endParaRPr>
          </a:p>
          <a:p>
            <a:pPr eaLnBrk="0" fontAlgn="base" hangingPunct="0"/>
            <a:r>
              <a:rPr lang="vi-VN" dirty="0">
                <a:solidFill>
                  <a:schemeClr val="bg1"/>
                </a:solidFill>
              </a:rPr>
              <a:t>key: Dữ liệu đầu vào.</a:t>
            </a:r>
            <a:endParaRPr lang="en-US" sz="1600" dirty="0">
              <a:solidFill>
                <a:schemeClr val="bg1"/>
              </a:solidFill>
            </a:endParaRPr>
          </a:p>
          <a:p>
            <a:pPr eaLnBrk="0" fontAlgn="base" hangingPunct="0"/>
            <a:r>
              <a:rPr lang="vi-VN" dirty="0">
                <a:solidFill>
                  <a:schemeClr val="bg1"/>
                </a:solidFill>
              </a:rPr>
              <a:t>i: Lần thử thứ i (0, 1, 2...).</a:t>
            </a:r>
            <a:endParaRPr lang="en-US" sz="1600" dirty="0">
              <a:solidFill>
                <a:schemeClr val="bg1"/>
              </a:solidFill>
            </a:endParaRPr>
          </a:p>
          <a:p>
            <a:pPr eaLnBrk="0" fontAlgn="base" hangingPunct="0"/>
            <a:r>
              <a:rPr lang="vi-VN" dirty="0">
                <a:solidFill>
                  <a:schemeClr val="bg1"/>
                </a:solidFill>
              </a:rPr>
              <a:t>h1(key): Vị trí khởi điểm.</a:t>
            </a:r>
            <a:endParaRPr lang="en-US" sz="1600" dirty="0">
              <a:solidFill>
                <a:schemeClr val="bg1"/>
              </a:solidFill>
            </a:endParaRPr>
          </a:p>
          <a:p>
            <a:pPr eaLnBrk="0" fontAlgn="base" hangingPunct="0"/>
            <a:r>
              <a:rPr lang="vi-VN" dirty="0">
                <a:solidFill>
                  <a:schemeClr val="bg1"/>
                </a:solidFill>
              </a:rPr>
              <a:t>h2(key): Bước nhảy (Probe increment).</a:t>
            </a:r>
            <a:endParaRPr lang="en-US" sz="1600" dirty="0">
              <a:solidFill>
                <a:schemeClr val="bg1"/>
              </a:solidFill>
              <a:effectLst/>
            </a:endParaRPr>
          </a:p>
        </p:txBody>
      </p:sp>
      <p:sp>
        <p:nvSpPr>
          <p:cNvPr id="22" name="Google Shape;130;p16">
            <a:extLst>
              <a:ext uri="{FF2B5EF4-FFF2-40B4-BE49-F238E27FC236}">
                <a16:creationId xmlns:a16="http://schemas.microsoft.com/office/drawing/2014/main" id="{1383AA15-564A-47D2-A242-0ED31AD38AF9}"/>
              </a:ext>
            </a:extLst>
          </p:cNvPr>
          <p:cNvSpPr txBox="1"/>
          <p:nvPr/>
        </p:nvSpPr>
        <p:spPr>
          <a:xfrm>
            <a:off x="581025" y="5093435"/>
            <a:ext cx="9844928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vi-VN" sz="1600" dirty="0">
                <a:solidFill>
                  <a:schemeClr val="bg1"/>
                </a:solidFill>
              </a:rPr>
              <a:t>Điều kiện 1: h2(key) != 0 (Bước nhảy phải luôn dương).</a:t>
            </a:r>
          </a:p>
          <a:p>
            <a:r>
              <a:rPr lang="vi-VN" sz="1600" dirty="0">
                <a:solidFill>
                  <a:schemeClr val="bg1"/>
                </a:solidFill>
              </a:rPr>
              <a:t>Điều kiện 2: GCD(h2(key), M) = 1 (Bước nhảy và Kích thước bảng phải Nguyên tố cùng nhau (Coprime))</a:t>
            </a:r>
            <a:endParaRPr lang="en-US" altLang="en-US" sz="16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0780048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8"/>
          <p:cNvSpPr txBox="1"/>
          <p:nvPr/>
        </p:nvSpPr>
        <p:spPr>
          <a:xfrm>
            <a:off x="581025" y="581025"/>
            <a:ext cx="11581447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89B4FA"/>
                </a:solidFill>
                <a:latin typeface="Roboto Slab"/>
                <a:ea typeface="Roboto Slab"/>
                <a:cs typeface="Roboto Slab"/>
                <a:sym typeface="Roboto Slab"/>
              </a:rPr>
              <a:t>Phần 3: Thiết kế Hệ thống</a:t>
            </a:r>
            <a:endParaRPr/>
          </a:p>
        </p:txBody>
      </p:sp>
      <p:sp>
        <p:nvSpPr>
          <p:cNvPr id="178" name="Google Shape;178;p18"/>
          <p:cNvSpPr/>
          <p:nvPr/>
        </p:nvSpPr>
        <p:spPr>
          <a:xfrm>
            <a:off x="581025" y="1247775"/>
            <a:ext cx="11029950" cy="1905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" name="Google Shape;94;p14" descr="image.png">
            <a:extLst>
              <a:ext uri="{FF2B5EF4-FFF2-40B4-BE49-F238E27FC236}">
                <a16:creationId xmlns:a16="http://schemas.microsoft.com/office/drawing/2014/main" id="{A615B31D-2067-4A1F-A7C6-34DC54619A5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025" y="1524000"/>
            <a:ext cx="5229225" cy="4752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95;p14" descr="image.png">
            <a:extLst>
              <a:ext uri="{FF2B5EF4-FFF2-40B4-BE49-F238E27FC236}">
                <a16:creationId xmlns:a16="http://schemas.microsoft.com/office/drawing/2014/main" id="{391872E1-30B7-4B57-B5E7-F5AC7D1F474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524000"/>
            <a:ext cx="5229225" cy="4752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97;p14" descr="image.png">
            <a:extLst>
              <a:ext uri="{FF2B5EF4-FFF2-40B4-BE49-F238E27FC236}">
                <a16:creationId xmlns:a16="http://schemas.microsoft.com/office/drawing/2014/main" id="{677DBDAB-F7CC-4C72-BDE3-033D1E5940E3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71550" y="1914525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98;p14">
            <a:extLst>
              <a:ext uri="{FF2B5EF4-FFF2-40B4-BE49-F238E27FC236}">
                <a16:creationId xmlns:a16="http://schemas.microsoft.com/office/drawing/2014/main" id="{7F4BEFEE-7804-4DA2-B036-8E8C299157A4}"/>
              </a:ext>
            </a:extLst>
          </p:cNvPr>
          <p:cNvSpPr txBox="1"/>
          <p:nvPr/>
        </p:nvSpPr>
        <p:spPr>
          <a:xfrm>
            <a:off x="971550" y="2676525"/>
            <a:ext cx="467058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Hash Table (Bảng băm)</a:t>
            </a:r>
            <a:endParaRPr/>
          </a:p>
        </p:txBody>
      </p:sp>
      <p:sp>
        <p:nvSpPr>
          <p:cNvPr id="21" name="Google Shape;99;p14">
            <a:extLst>
              <a:ext uri="{FF2B5EF4-FFF2-40B4-BE49-F238E27FC236}">
                <a16:creationId xmlns:a16="http://schemas.microsoft.com/office/drawing/2014/main" id="{F5B08EC9-A270-4E42-B675-514D2BE679E8}"/>
              </a:ext>
            </a:extLst>
          </p:cNvPr>
          <p:cNvSpPr txBox="1"/>
          <p:nvPr/>
        </p:nvSpPr>
        <p:spPr>
          <a:xfrm>
            <a:off x="971550" y="3190875"/>
            <a:ext cx="44481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Hệ thống được tổ chức dưới dạng mảng các slots:</a:t>
            </a:r>
            <a:endParaRPr/>
          </a:p>
        </p:txBody>
      </p:sp>
      <p:sp>
        <p:nvSpPr>
          <p:cNvPr id="22" name="Google Shape;100;p14">
            <a:extLst>
              <a:ext uri="{FF2B5EF4-FFF2-40B4-BE49-F238E27FC236}">
                <a16:creationId xmlns:a16="http://schemas.microsoft.com/office/drawing/2014/main" id="{6F94D987-CF50-4863-A8C4-BD3794A43134}"/>
              </a:ext>
            </a:extLst>
          </p:cNvPr>
          <p:cNvSpPr txBox="1"/>
          <p:nvPr/>
        </p:nvSpPr>
        <p:spPr>
          <a:xfrm>
            <a:off x="971550" y="3990975"/>
            <a:ext cx="44481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472B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[slot_0, slot_1, ..., slot_n]</a:t>
            </a:r>
            <a:endParaRPr/>
          </a:p>
        </p:txBody>
      </p:sp>
      <p:sp>
        <p:nvSpPr>
          <p:cNvPr id="23" name="Google Shape;101;p14">
            <a:extLst>
              <a:ext uri="{FF2B5EF4-FFF2-40B4-BE49-F238E27FC236}">
                <a16:creationId xmlns:a16="http://schemas.microsoft.com/office/drawing/2014/main" id="{F313D54C-2799-47A5-B708-1088CB9AB733}"/>
              </a:ext>
            </a:extLst>
          </p:cNvPr>
          <p:cNvSpPr txBox="1"/>
          <p:nvPr/>
        </p:nvSpPr>
        <p:spPr>
          <a:xfrm>
            <a:off x="971550" y="4486275"/>
            <a:ext cx="44481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Mỗi slot lưu trữ thông tin sản phẩm dựa trên Key (Mã sản phẩm).</a:t>
            </a:r>
            <a:endParaRPr/>
          </a:p>
        </p:txBody>
      </p:sp>
      <p:pic>
        <p:nvPicPr>
          <p:cNvPr id="24" name="Google Shape;102;p14" descr="image.png">
            <a:extLst>
              <a:ext uri="{FF2B5EF4-FFF2-40B4-BE49-F238E27FC236}">
                <a16:creationId xmlns:a16="http://schemas.microsoft.com/office/drawing/2014/main" id="{B77A02AA-01FD-42D9-89A1-7F7DBBE062D4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772275" y="1914525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103;p14">
            <a:extLst>
              <a:ext uri="{FF2B5EF4-FFF2-40B4-BE49-F238E27FC236}">
                <a16:creationId xmlns:a16="http://schemas.microsoft.com/office/drawing/2014/main" id="{ACD97439-7392-431E-867D-97519A5C7DD6}"/>
              </a:ext>
            </a:extLst>
          </p:cNvPr>
          <p:cNvSpPr txBox="1"/>
          <p:nvPr/>
        </p:nvSpPr>
        <p:spPr>
          <a:xfrm>
            <a:off x="6772275" y="2676525"/>
            <a:ext cx="467058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Trạng thái Slot</a:t>
            </a:r>
            <a:endParaRPr/>
          </a:p>
        </p:txBody>
      </p:sp>
      <p:pic>
        <p:nvPicPr>
          <p:cNvPr id="26" name="Google Shape;104;p14" descr="image.png">
            <a:extLst>
              <a:ext uri="{FF2B5EF4-FFF2-40B4-BE49-F238E27FC236}">
                <a16:creationId xmlns:a16="http://schemas.microsoft.com/office/drawing/2014/main" id="{3B91AEEE-9569-4F86-94E9-F507F167BFE1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28712" y="2085975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105;p14" descr="image.png">
            <a:extLst>
              <a:ext uri="{FF2B5EF4-FFF2-40B4-BE49-F238E27FC236}">
                <a16:creationId xmlns:a16="http://schemas.microsoft.com/office/drawing/2014/main" id="{A7D86921-4274-4330-AE1C-C932DB426901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986587" y="2085975"/>
            <a:ext cx="1428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106;p14">
            <a:extLst>
              <a:ext uri="{FF2B5EF4-FFF2-40B4-BE49-F238E27FC236}">
                <a16:creationId xmlns:a16="http://schemas.microsoft.com/office/drawing/2014/main" id="{9B9D4A21-7FE3-41B6-A69E-0AAEE73FC706}"/>
              </a:ext>
            </a:extLst>
          </p:cNvPr>
          <p:cNvSpPr txBox="1"/>
          <p:nvPr/>
        </p:nvSpPr>
        <p:spPr>
          <a:xfrm>
            <a:off x="6772275" y="3152775"/>
            <a:ext cx="4448175" cy="308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NONE</a:t>
            </a: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Slot trống, chưa được sử dụng.</a:t>
            </a:r>
            <a:endParaRPr/>
          </a:p>
        </p:txBody>
      </p:sp>
      <p:sp>
        <p:nvSpPr>
          <p:cNvPr id="29" name="Google Shape;107;p14">
            <a:extLst>
              <a:ext uri="{FF2B5EF4-FFF2-40B4-BE49-F238E27FC236}">
                <a16:creationId xmlns:a16="http://schemas.microsoft.com/office/drawing/2014/main" id="{50BA0632-3B2E-4D4E-A158-0A7EED301EAB}"/>
              </a:ext>
            </a:extLst>
          </p:cNvPr>
          <p:cNvSpPr txBox="1"/>
          <p:nvPr/>
        </p:nvSpPr>
        <p:spPr>
          <a:xfrm>
            <a:off x="6772275" y="3651795"/>
            <a:ext cx="4448175" cy="308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22C55E"/>
                </a:solidFill>
                <a:latin typeface="Inter"/>
                <a:ea typeface="Inter"/>
                <a:cs typeface="Inter"/>
                <a:sym typeface="Inter"/>
              </a:rPr>
              <a:t>OCCUPIED</a:t>
            </a: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Chứa sản phẩm đang hoạt động.</a:t>
            </a:r>
            <a:endParaRPr/>
          </a:p>
        </p:txBody>
      </p:sp>
      <p:sp>
        <p:nvSpPr>
          <p:cNvPr id="30" name="Google Shape;108;p14">
            <a:extLst>
              <a:ext uri="{FF2B5EF4-FFF2-40B4-BE49-F238E27FC236}">
                <a16:creationId xmlns:a16="http://schemas.microsoft.com/office/drawing/2014/main" id="{C1D5795B-DBFA-4618-9FC2-3DD3F7001346}"/>
              </a:ext>
            </a:extLst>
          </p:cNvPr>
          <p:cNvSpPr txBox="1"/>
          <p:nvPr/>
        </p:nvSpPr>
        <p:spPr>
          <a:xfrm>
            <a:off x="6772275" y="4150816"/>
            <a:ext cx="4448175" cy="308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DELETED</a:t>
            </a: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Đã xóa (Lazy Deletion).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8"/>
          <p:cNvSpPr txBox="1"/>
          <p:nvPr/>
        </p:nvSpPr>
        <p:spPr>
          <a:xfrm>
            <a:off x="581025" y="581025"/>
            <a:ext cx="11581447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 err="1">
                <a:solidFill>
                  <a:srgbClr val="89B4FA"/>
                </a:solidFill>
                <a:latin typeface="Roboto Slab"/>
                <a:ea typeface="Roboto Slab"/>
                <a:cs typeface="Roboto Slab"/>
                <a:sym typeface="Roboto Slab"/>
              </a:rPr>
              <a:t>Hàm</a:t>
            </a:r>
            <a:r>
              <a:rPr lang="en-US" sz="3150" b="1" i="0" u="none" strike="noStrike" cap="none" dirty="0">
                <a:solidFill>
                  <a:srgbClr val="89B4FA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3150" b="1" i="0" u="none" strike="noStrike" cap="none" dirty="0" err="1">
                <a:solidFill>
                  <a:srgbClr val="89B4FA"/>
                </a:solidFill>
                <a:latin typeface="Roboto Slab"/>
                <a:ea typeface="Roboto Slab"/>
                <a:cs typeface="Roboto Slab"/>
                <a:sym typeface="Roboto Slab"/>
              </a:rPr>
              <a:t>băm</a:t>
            </a:r>
            <a:endParaRPr dirty="0"/>
          </a:p>
        </p:txBody>
      </p:sp>
      <p:sp>
        <p:nvSpPr>
          <p:cNvPr id="178" name="Google Shape;178;p18"/>
          <p:cNvSpPr/>
          <p:nvPr/>
        </p:nvSpPr>
        <p:spPr>
          <a:xfrm>
            <a:off x="581025" y="1247775"/>
            <a:ext cx="11029950" cy="1905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" name="Google Shape;113;p15" descr="image.png">
            <a:extLst>
              <a:ext uri="{FF2B5EF4-FFF2-40B4-BE49-F238E27FC236}">
                <a16:creationId xmlns:a16="http://schemas.microsoft.com/office/drawing/2014/main" id="{E27615A5-F56E-4D2C-94A1-E657377F6DC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025" y="3802409"/>
            <a:ext cx="5229225" cy="61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114;p15" descr="image.png">
            <a:extLst>
              <a:ext uri="{FF2B5EF4-FFF2-40B4-BE49-F238E27FC236}">
                <a16:creationId xmlns:a16="http://schemas.microsoft.com/office/drawing/2014/main" id="{8A5061A0-C128-4723-80E5-17C965F44C5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3604319"/>
            <a:ext cx="5229225" cy="619125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116;p15">
            <a:extLst>
              <a:ext uri="{FF2B5EF4-FFF2-40B4-BE49-F238E27FC236}">
                <a16:creationId xmlns:a16="http://schemas.microsoft.com/office/drawing/2014/main" id="{14F5C13A-72BD-4C53-97D5-4A8C3302CAA2}"/>
              </a:ext>
            </a:extLst>
          </p:cNvPr>
          <p:cNvSpPr txBox="1"/>
          <p:nvPr/>
        </p:nvSpPr>
        <p:spPr>
          <a:xfrm>
            <a:off x="581025" y="2792759"/>
            <a:ext cx="5490686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 err="1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Hàm</a:t>
            </a:r>
            <a:r>
              <a:rPr lang="en-US" sz="2100" b="1" i="0" u="none" strike="noStrike" cap="none" dirty="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 1 (h1) - </a:t>
            </a:r>
            <a:r>
              <a:rPr lang="en-US" sz="2100" b="1" i="0" u="none" strike="noStrike" cap="none" dirty="0" err="1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Vị</a:t>
            </a:r>
            <a:r>
              <a:rPr lang="en-US" sz="2100" b="1" i="0" u="none" strike="noStrike" cap="none" dirty="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100" b="1" i="0" u="none" strike="noStrike" cap="none" dirty="0" err="1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trí</a:t>
            </a:r>
            <a:r>
              <a:rPr lang="en-US" sz="2100" b="1" i="0" u="none" strike="noStrike" cap="none" dirty="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100" b="1" i="0" u="none" strike="noStrike" cap="none" dirty="0" err="1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đầu</a:t>
            </a:r>
            <a:endParaRPr dirty="0"/>
          </a:p>
        </p:txBody>
      </p:sp>
      <p:sp>
        <p:nvSpPr>
          <p:cNvPr id="34" name="Google Shape;117;p15">
            <a:extLst>
              <a:ext uri="{FF2B5EF4-FFF2-40B4-BE49-F238E27FC236}">
                <a16:creationId xmlns:a16="http://schemas.microsoft.com/office/drawing/2014/main" id="{7BCAF7BA-17F1-4E08-8C97-E276118E3A3B}"/>
              </a:ext>
            </a:extLst>
          </p:cNvPr>
          <p:cNvSpPr txBox="1"/>
          <p:nvPr/>
        </p:nvSpPr>
        <p:spPr>
          <a:xfrm>
            <a:off x="581025" y="3307109"/>
            <a:ext cx="52292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Xác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định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vị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trí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lý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tưởng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ban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đầu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cho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sản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phẩm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35" name="Google Shape;118;p15">
            <a:extLst>
              <a:ext uri="{FF2B5EF4-FFF2-40B4-BE49-F238E27FC236}">
                <a16:creationId xmlns:a16="http://schemas.microsoft.com/office/drawing/2014/main" id="{6E86F204-B8A7-4C69-8296-F2E365FA253A}"/>
              </a:ext>
            </a:extLst>
          </p:cNvPr>
          <p:cNvSpPr txBox="1"/>
          <p:nvPr/>
        </p:nvSpPr>
        <p:spPr>
          <a:xfrm>
            <a:off x="581025" y="4612034"/>
            <a:ext cx="5229225" cy="29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Ví</a:t>
            </a:r>
            <a:r>
              <a:rPr lang="en-US" sz="12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dụ</a:t>
            </a:r>
            <a:r>
              <a:rPr lang="en-US" sz="12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: "SP001", size=11 → h1 = 311 % 11 = </a:t>
            </a:r>
            <a:r>
              <a:rPr lang="en-US" sz="1200" b="1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36" name="Google Shape;119;p15">
            <a:extLst>
              <a:ext uri="{FF2B5EF4-FFF2-40B4-BE49-F238E27FC236}">
                <a16:creationId xmlns:a16="http://schemas.microsoft.com/office/drawing/2014/main" id="{5CAD8DE5-CBA1-44CD-A25F-B3E84D173C52}"/>
              </a:ext>
            </a:extLst>
          </p:cNvPr>
          <p:cNvSpPr txBox="1"/>
          <p:nvPr/>
        </p:nvSpPr>
        <p:spPr>
          <a:xfrm>
            <a:off x="6381750" y="2594669"/>
            <a:ext cx="5490686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 err="1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Hàm</a:t>
            </a:r>
            <a:r>
              <a:rPr lang="en-US" sz="2100" b="1" i="0" u="none" strike="noStrike" cap="none" dirty="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 2 (h2) - </a:t>
            </a:r>
            <a:r>
              <a:rPr lang="en-US" sz="2100" b="1" i="0" u="none" strike="noStrike" cap="none" dirty="0" err="1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Bước</a:t>
            </a:r>
            <a:r>
              <a:rPr lang="en-US" sz="2100" b="1" i="0" u="none" strike="noStrike" cap="none" dirty="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100" b="1" i="0" u="none" strike="noStrike" cap="none" dirty="0" err="1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nhảy</a:t>
            </a:r>
            <a:endParaRPr dirty="0"/>
          </a:p>
        </p:txBody>
      </p:sp>
      <p:sp>
        <p:nvSpPr>
          <p:cNvPr id="37" name="Google Shape;120;p15">
            <a:extLst>
              <a:ext uri="{FF2B5EF4-FFF2-40B4-BE49-F238E27FC236}">
                <a16:creationId xmlns:a16="http://schemas.microsoft.com/office/drawing/2014/main" id="{E9B23CFF-8AF3-4858-AAE9-90A89283496D}"/>
              </a:ext>
            </a:extLst>
          </p:cNvPr>
          <p:cNvSpPr txBox="1"/>
          <p:nvPr/>
        </p:nvSpPr>
        <p:spPr>
          <a:xfrm>
            <a:off x="6381750" y="3109019"/>
            <a:ext cx="52292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Xác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định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độ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dài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bước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nhảy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khi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xảy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ra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va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chạm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38" name="Google Shape;121;p15">
            <a:extLst>
              <a:ext uri="{FF2B5EF4-FFF2-40B4-BE49-F238E27FC236}">
                <a16:creationId xmlns:a16="http://schemas.microsoft.com/office/drawing/2014/main" id="{96DDB36B-1666-4026-9183-CB569797FBA7}"/>
              </a:ext>
            </a:extLst>
          </p:cNvPr>
          <p:cNvSpPr txBox="1"/>
          <p:nvPr/>
        </p:nvSpPr>
        <p:spPr>
          <a:xfrm>
            <a:off x="6381750" y="4413944"/>
            <a:ext cx="5229225" cy="29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R </a:t>
            </a:r>
            <a:r>
              <a:rPr lang="en-US" sz="12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là</a:t>
            </a:r>
            <a:r>
              <a:rPr lang="en-US" sz="12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số</a:t>
            </a:r>
            <a:r>
              <a:rPr lang="en-US" sz="12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nguyên</a:t>
            </a:r>
            <a:r>
              <a:rPr lang="en-US" sz="12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tố</a:t>
            </a:r>
            <a:r>
              <a:rPr lang="en-US" sz="12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lớn</a:t>
            </a:r>
            <a:r>
              <a:rPr lang="en-US" sz="12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nhất</a:t>
            </a:r>
            <a:r>
              <a:rPr lang="en-US" sz="12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&lt; size.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39" name="Google Shape;122;p15">
            <a:extLst>
              <a:ext uri="{FF2B5EF4-FFF2-40B4-BE49-F238E27FC236}">
                <a16:creationId xmlns:a16="http://schemas.microsoft.com/office/drawing/2014/main" id="{66FAC62D-923D-458A-8E9D-993965F6FF05}"/>
              </a:ext>
            </a:extLst>
          </p:cNvPr>
          <p:cNvSpPr txBox="1"/>
          <p:nvPr/>
        </p:nvSpPr>
        <p:spPr>
          <a:xfrm>
            <a:off x="6381750" y="4810125"/>
            <a:ext cx="5229225" cy="29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Ví</a:t>
            </a:r>
            <a:r>
              <a:rPr lang="en-US" sz="12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dụ</a:t>
            </a:r>
            <a:r>
              <a:rPr lang="en-US" sz="12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: R=7 → h2 = 7 - (311 % 7) = </a:t>
            </a:r>
            <a:r>
              <a:rPr lang="en-US" sz="1200" b="1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25625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8"/>
          <p:cNvSpPr txBox="1"/>
          <p:nvPr/>
        </p:nvSpPr>
        <p:spPr>
          <a:xfrm>
            <a:off x="581025" y="581025"/>
            <a:ext cx="11581447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 err="1">
                <a:solidFill>
                  <a:srgbClr val="89B4FA"/>
                </a:solidFill>
                <a:latin typeface="Roboto Slab"/>
                <a:ea typeface="Roboto Slab"/>
                <a:cs typeface="Roboto Slab"/>
                <a:sym typeface="Roboto Slab"/>
              </a:rPr>
              <a:t>Thăm</a:t>
            </a:r>
            <a:r>
              <a:rPr lang="en-US" sz="3150" b="1" i="0" u="none" strike="noStrike" cap="none" dirty="0">
                <a:solidFill>
                  <a:srgbClr val="89B4FA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3150" b="1" i="0" u="none" strike="noStrike" cap="none" dirty="0" err="1">
                <a:solidFill>
                  <a:srgbClr val="89B4FA"/>
                </a:solidFill>
                <a:latin typeface="Roboto Slab"/>
                <a:ea typeface="Roboto Slab"/>
                <a:cs typeface="Roboto Slab"/>
                <a:sym typeface="Roboto Slab"/>
              </a:rPr>
              <a:t>dò</a:t>
            </a:r>
            <a:endParaRPr dirty="0"/>
          </a:p>
        </p:txBody>
      </p:sp>
      <p:sp>
        <p:nvSpPr>
          <p:cNvPr id="178" name="Google Shape;178;p18"/>
          <p:cNvSpPr/>
          <p:nvPr/>
        </p:nvSpPr>
        <p:spPr>
          <a:xfrm>
            <a:off x="581025" y="1247775"/>
            <a:ext cx="11029950" cy="1905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" name="Google Shape;127;p16" descr="image.png">
            <a:extLst>
              <a:ext uri="{FF2B5EF4-FFF2-40B4-BE49-F238E27FC236}">
                <a16:creationId xmlns:a16="http://schemas.microsoft.com/office/drawing/2014/main" id="{13DE6ECC-1446-4E32-8B68-12BBF00E85A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03277" y="3026122"/>
            <a:ext cx="4985444" cy="106680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129;p16">
            <a:extLst>
              <a:ext uri="{FF2B5EF4-FFF2-40B4-BE49-F238E27FC236}">
                <a16:creationId xmlns:a16="http://schemas.microsoft.com/office/drawing/2014/main" id="{36DE5803-0DB3-4660-BBCD-B8AA45E7A3E5}"/>
              </a:ext>
            </a:extLst>
          </p:cNvPr>
          <p:cNvSpPr txBox="1"/>
          <p:nvPr/>
        </p:nvSpPr>
        <p:spPr>
          <a:xfrm>
            <a:off x="3181350" y="2435572"/>
            <a:ext cx="58293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Khi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vị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trí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ban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đầu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bị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chiếm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, ta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tìm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vị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trí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tiếp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theo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bằng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công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thức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23" name="Google Shape;130;p16">
            <a:extLst>
              <a:ext uri="{FF2B5EF4-FFF2-40B4-BE49-F238E27FC236}">
                <a16:creationId xmlns:a16="http://schemas.microsoft.com/office/drawing/2014/main" id="{18773BD9-7E7C-4C24-A3EE-6D61A2975792}"/>
              </a:ext>
            </a:extLst>
          </p:cNvPr>
          <p:cNvSpPr txBox="1"/>
          <p:nvPr/>
        </p:nvSpPr>
        <p:spPr>
          <a:xfrm>
            <a:off x="3990975" y="4664422"/>
            <a:ext cx="11525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 = 0</a:t>
            </a:r>
            <a:endParaRPr/>
          </a:p>
        </p:txBody>
      </p:sp>
      <p:sp>
        <p:nvSpPr>
          <p:cNvPr id="24" name="Google Shape;131;p16">
            <a:extLst>
              <a:ext uri="{FF2B5EF4-FFF2-40B4-BE49-F238E27FC236}">
                <a16:creationId xmlns:a16="http://schemas.microsoft.com/office/drawing/2014/main" id="{70E32515-253F-44DB-9FF4-4232A02681AC}"/>
              </a:ext>
            </a:extLst>
          </p:cNvPr>
          <p:cNvSpPr txBox="1"/>
          <p:nvPr/>
        </p:nvSpPr>
        <p:spPr>
          <a:xfrm>
            <a:off x="3990975" y="5159722"/>
            <a:ext cx="1152525" cy="29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Thử</a:t>
            </a:r>
            <a:r>
              <a:rPr lang="en-US" sz="12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vị</a:t>
            </a:r>
            <a:r>
              <a:rPr lang="en-US" sz="12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trí</a:t>
            </a:r>
            <a:r>
              <a:rPr lang="en-US" sz="12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gốc</a:t>
            </a:r>
            <a:r>
              <a:rPr lang="en-US" sz="12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h1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25" name="Google Shape;132;p16">
            <a:extLst>
              <a:ext uri="{FF2B5EF4-FFF2-40B4-BE49-F238E27FC236}">
                <a16:creationId xmlns:a16="http://schemas.microsoft.com/office/drawing/2014/main" id="{99A25C2B-80D0-4856-B49C-75F54628DE90}"/>
              </a:ext>
            </a:extLst>
          </p:cNvPr>
          <p:cNvSpPr txBox="1"/>
          <p:nvPr/>
        </p:nvSpPr>
        <p:spPr>
          <a:xfrm>
            <a:off x="5524500" y="4664422"/>
            <a:ext cx="11334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 = 1</a:t>
            </a:r>
            <a:endParaRPr/>
          </a:p>
        </p:txBody>
      </p:sp>
      <p:sp>
        <p:nvSpPr>
          <p:cNvPr id="26" name="Google Shape;133;p16">
            <a:extLst>
              <a:ext uri="{FF2B5EF4-FFF2-40B4-BE49-F238E27FC236}">
                <a16:creationId xmlns:a16="http://schemas.microsoft.com/office/drawing/2014/main" id="{A930BC4F-8443-4EB1-A824-2FA9ECB5DD67}"/>
              </a:ext>
            </a:extLst>
          </p:cNvPr>
          <p:cNvSpPr txBox="1"/>
          <p:nvPr/>
        </p:nvSpPr>
        <p:spPr>
          <a:xfrm>
            <a:off x="5524500" y="5159722"/>
            <a:ext cx="1133475" cy="29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Nhảy</a:t>
            </a:r>
            <a:r>
              <a:rPr lang="en-US" sz="12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1 </a:t>
            </a:r>
            <a:r>
              <a:rPr lang="en-US" sz="12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bước</a:t>
            </a:r>
            <a:r>
              <a:rPr lang="en-US" sz="12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h2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27" name="Google Shape;134;p16">
            <a:extLst>
              <a:ext uri="{FF2B5EF4-FFF2-40B4-BE49-F238E27FC236}">
                <a16:creationId xmlns:a16="http://schemas.microsoft.com/office/drawing/2014/main" id="{35A42BBA-DA6B-4A43-B5D1-C3A2FE73007C}"/>
              </a:ext>
            </a:extLst>
          </p:cNvPr>
          <p:cNvSpPr txBox="1"/>
          <p:nvPr/>
        </p:nvSpPr>
        <p:spPr>
          <a:xfrm>
            <a:off x="7038975" y="4664422"/>
            <a:ext cx="11620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 = 2</a:t>
            </a:r>
            <a:endParaRPr/>
          </a:p>
        </p:txBody>
      </p:sp>
      <p:sp>
        <p:nvSpPr>
          <p:cNvPr id="28" name="Google Shape;135;p16">
            <a:extLst>
              <a:ext uri="{FF2B5EF4-FFF2-40B4-BE49-F238E27FC236}">
                <a16:creationId xmlns:a16="http://schemas.microsoft.com/office/drawing/2014/main" id="{7E5EEFE7-53ED-40AF-9D32-DCDDAC05213F}"/>
              </a:ext>
            </a:extLst>
          </p:cNvPr>
          <p:cNvSpPr txBox="1"/>
          <p:nvPr/>
        </p:nvSpPr>
        <p:spPr>
          <a:xfrm>
            <a:off x="7038975" y="5159722"/>
            <a:ext cx="1162050" cy="29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Nhảy</a:t>
            </a:r>
            <a:r>
              <a:rPr lang="en-US" sz="12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2 </a:t>
            </a:r>
            <a:r>
              <a:rPr lang="en-US" sz="12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bước</a:t>
            </a:r>
            <a:r>
              <a:rPr lang="en-US" sz="12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h2</a:t>
            </a:r>
            <a:endParaRPr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41832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8"/>
          <p:cNvSpPr txBox="1"/>
          <p:nvPr/>
        </p:nvSpPr>
        <p:spPr>
          <a:xfrm>
            <a:off x="581025" y="581025"/>
            <a:ext cx="11581447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 err="1">
                <a:solidFill>
                  <a:srgbClr val="89B4FA"/>
                </a:solidFill>
                <a:latin typeface="Roboto Slab"/>
                <a:ea typeface="Roboto Slab"/>
                <a:cs typeface="Roboto Slab"/>
                <a:sym typeface="Roboto Slab"/>
              </a:rPr>
              <a:t>Thêm</a:t>
            </a:r>
            <a:r>
              <a:rPr lang="en-US" sz="3150" b="1" i="0" u="none" strike="noStrike" cap="none" dirty="0">
                <a:solidFill>
                  <a:srgbClr val="89B4FA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3150" b="1" i="0" u="none" strike="noStrike" cap="none" dirty="0" err="1">
                <a:solidFill>
                  <a:srgbClr val="89B4FA"/>
                </a:solidFill>
                <a:latin typeface="Roboto Slab"/>
                <a:ea typeface="Roboto Slab"/>
                <a:cs typeface="Roboto Slab"/>
                <a:sym typeface="Roboto Slab"/>
              </a:rPr>
              <a:t>m</a:t>
            </a:r>
            <a:r>
              <a:rPr lang="en-US" sz="3150" b="1" dirty="0" err="1">
                <a:solidFill>
                  <a:srgbClr val="89B4FA"/>
                </a:solidFill>
                <a:latin typeface="Roboto Slab"/>
                <a:ea typeface="Roboto Slab"/>
                <a:cs typeface="Roboto Slab"/>
                <a:sym typeface="Roboto Slab"/>
              </a:rPr>
              <a:t>ới</a:t>
            </a:r>
            <a:r>
              <a:rPr lang="en-US" sz="3150" b="1" dirty="0">
                <a:solidFill>
                  <a:srgbClr val="89B4FA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3150" b="1" dirty="0" err="1">
                <a:solidFill>
                  <a:srgbClr val="89B4FA"/>
                </a:solidFill>
                <a:latin typeface="Roboto Slab"/>
                <a:ea typeface="Roboto Slab"/>
                <a:cs typeface="Roboto Slab"/>
                <a:sym typeface="Roboto Slab"/>
              </a:rPr>
              <a:t>sản</a:t>
            </a:r>
            <a:r>
              <a:rPr lang="en-US" sz="3150" b="1" dirty="0">
                <a:solidFill>
                  <a:srgbClr val="89B4FA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3150" b="1" dirty="0" err="1">
                <a:solidFill>
                  <a:srgbClr val="89B4FA"/>
                </a:solidFill>
                <a:latin typeface="Roboto Slab"/>
                <a:ea typeface="Roboto Slab"/>
                <a:cs typeface="Roboto Slab"/>
                <a:sym typeface="Roboto Slab"/>
              </a:rPr>
              <a:t>phẩm</a:t>
            </a:r>
            <a:endParaRPr dirty="0"/>
          </a:p>
        </p:txBody>
      </p:sp>
      <p:sp>
        <p:nvSpPr>
          <p:cNvPr id="178" name="Google Shape;178;p18"/>
          <p:cNvSpPr/>
          <p:nvPr/>
        </p:nvSpPr>
        <p:spPr>
          <a:xfrm>
            <a:off x="581025" y="1247775"/>
            <a:ext cx="11029950" cy="1905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41;p17">
            <a:extLst>
              <a:ext uri="{FF2B5EF4-FFF2-40B4-BE49-F238E27FC236}">
                <a16:creationId xmlns:a16="http://schemas.microsoft.com/office/drawing/2014/main" id="{54FA67CB-CD66-49DD-B480-9CB226DA07E8}"/>
              </a:ext>
            </a:extLst>
          </p:cNvPr>
          <p:cNvSpPr txBox="1"/>
          <p:nvPr/>
        </p:nvSpPr>
        <p:spPr>
          <a:xfrm>
            <a:off x="581025" y="2300287"/>
            <a:ext cx="5490686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 err="1">
                <a:solidFill>
                  <a:srgbClr val="22C55E"/>
                </a:solidFill>
                <a:latin typeface="Inter"/>
                <a:ea typeface="Inter"/>
                <a:cs typeface="Inter"/>
                <a:sym typeface="Inter"/>
              </a:rPr>
              <a:t>Thêm</a:t>
            </a:r>
            <a:r>
              <a:rPr lang="en-US" sz="2100" b="1" i="0" u="none" strike="noStrike" cap="none" dirty="0">
                <a:solidFill>
                  <a:srgbClr val="22C55E"/>
                </a:solidFill>
                <a:latin typeface="Inter"/>
                <a:ea typeface="Inter"/>
                <a:cs typeface="Inter"/>
                <a:sym typeface="Inter"/>
              </a:rPr>
              <a:t> SP001 "Laptop Dell"</a:t>
            </a:r>
            <a:endParaRPr dirty="0"/>
          </a:p>
        </p:txBody>
      </p:sp>
      <p:sp>
        <p:nvSpPr>
          <p:cNvPr id="13" name="Google Shape;142;p17">
            <a:extLst>
              <a:ext uri="{FF2B5EF4-FFF2-40B4-BE49-F238E27FC236}">
                <a16:creationId xmlns:a16="http://schemas.microsoft.com/office/drawing/2014/main" id="{AC113019-1F9C-4DFC-BC30-4B6D0901F934}"/>
              </a:ext>
            </a:extLst>
          </p:cNvPr>
          <p:cNvSpPr txBox="1"/>
          <p:nvPr/>
        </p:nvSpPr>
        <p:spPr>
          <a:xfrm>
            <a:off x="581025" y="2814637"/>
            <a:ext cx="52292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h1("SP001") = 0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4" name="Google Shape;143;p17">
            <a:extLst>
              <a:ext uri="{FF2B5EF4-FFF2-40B4-BE49-F238E27FC236}">
                <a16:creationId xmlns:a16="http://schemas.microsoft.com/office/drawing/2014/main" id="{508672EC-29A3-4BAC-A19F-C0BFE7903FC3}"/>
              </a:ext>
            </a:extLst>
          </p:cNvPr>
          <p:cNvSpPr txBox="1"/>
          <p:nvPr/>
        </p:nvSpPr>
        <p:spPr>
          <a:xfrm>
            <a:off x="581025" y="3309937"/>
            <a:ext cx="52292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Slot[3]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đang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TRỐNG → Lưu OK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5" name="Google Shape;144;p17">
            <a:extLst>
              <a:ext uri="{FF2B5EF4-FFF2-40B4-BE49-F238E27FC236}">
                <a16:creationId xmlns:a16="http://schemas.microsoft.com/office/drawing/2014/main" id="{165A94CB-9AD9-40BA-BFF1-387DB1B22697}"/>
              </a:ext>
            </a:extLst>
          </p:cNvPr>
          <p:cNvSpPr txBox="1"/>
          <p:nvPr/>
        </p:nvSpPr>
        <p:spPr>
          <a:xfrm>
            <a:off x="581025" y="3995737"/>
            <a:ext cx="5490686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 err="1">
                <a:solidFill>
                  <a:srgbClr val="22C55E"/>
                </a:solidFill>
                <a:latin typeface="Inter"/>
                <a:ea typeface="Inter"/>
                <a:cs typeface="Inter"/>
                <a:sym typeface="Inter"/>
              </a:rPr>
              <a:t>Thêm</a:t>
            </a:r>
            <a:r>
              <a:rPr lang="en-US" sz="2100" b="1" i="0" u="none" strike="noStrike" cap="none" dirty="0">
                <a:solidFill>
                  <a:srgbClr val="22C55E"/>
                </a:solidFill>
                <a:latin typeface="Inter"/>
                <a:ea typeface="Inter"/>
                <a:cs typeface="Inter"/>
                <a:sym typeface="Inter"/>
              </a:rPr>
              <a:t> SP013 "iPhone 15"</a:t>
            </a:r>
            <a:endParaRPr dirty="0"/>
          </a:p>
        </p:txBody>
      </p:sp>
      <p:sp>
        <p:nvSpPr>
          <p:cNvPr id="16" name="Google Shape;145;p17">
            <a:extLst>
              <a:ext uri="{FF2B5EF4-FFF2-40B4-BE49-F238E27FC236}">
                <a16:creationId xmlns:a16="http://schemas.microsoft.com/office/drawing/2014/main" id="{B41D4F97-8CFD-459C-B63C-B44FE3B17E76}"/>
              </a:ext>
            </a:extLst>
          </p:cNvPr>
          <p:cNvSpPr txBox="1"/>
          <p:nvPr/>
        </p:nvSpPr>
        <p:spPr>
          <a:xfrm>
            <a:off x="581025" y="4510087"/>
            <a:ext cx="52292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h1("SP013") = 3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7" name="Google Shape;146;p17">
            <a:extLst>
              <a:ext uri="{FF2B5EF4-FFF2-40B4-BE49-F238E27FC236}">
                <a16:creationId xmlns:a16="http://schemas.microsoft.com/office/drawing/2014/main" id="{658D777F-13F8-4B56-B816-DB6934A859EE}"/>
              </a:ext>
            </a:extLst>
          </p:cNvPr>
          <p:cNvSpPr txBox="1"/>
          <p:nvPr/>
        </p:nvSpPr>
        <p:spPr>
          <a:xfrm>
            <a:off x="581025" y="5005387"/>
            <a:ext cx="52292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Slot[3]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đang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TRỐNG → Lưu OK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9" name="Google Shape;148;p17">
            <a:extLst>
              <a:ext uri="{FF2B5EF4-FFF2-40B4-BE49-F238E27FC236}">
                <a16:creationId xmlns:a16="http://schemas.microsoft.com/office/drawing/2014/main" id="{659C0D01-E7D7-49ED-9996-C1D4C55F9433}"/>
              </a:ext>
            </a:extLst>
          </p:cNvPr>
          <p:cNvSpPr/>
          <p:nvPr/>
        </p:nvSpPr>
        <p:spPr>
          <a:xfrm>
            <a:off x="6381750" y="2447925"/>
            <a:ext cx="8572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149;p17">
            <a:extLst>
              <a:ext uri="{FF2B5EF4-FFF2-40B4-BE49-F238E27FC236}">
                <a16:creationId xmlns:a16="http://schemas.microsoft.com/office/drawing/2014/main" id="{851E315A-131B-4B66-BD7E-016F32811B68}"/>
              </a:ext>
            </a:extLst>
          </p:cNvPr>
          <p:cNvSpPr/>
          <p:nvPr/>
        </p:nvSpPr>
        <p:spPr>
          <a:xfrm>
            <a:off x="7239000" y="2447925"/>
            <a:ext cx="101143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150;p17">
            <a:extLst>
              <a:ext uri="{FF2B5EF4-FFF2-40B4-BE49-F238E27FC236}">
                <a16:creationId xmlns:a16="http://schemas.microsoft.com/office/drawing/2014/main" id="{70AFD4DA-0A39-46CB-B96E-9BC535410FFD}"/>
              </a:ext>
            </a:extLst>
          </p:cNvPr>
          <p:cNvSpPr/>
          <p:nvPr/>
        </p:nvSpPr>
        <p:spPr>
          <a:xfrm>
            <a:off x="8250435" y="2447925"/>
            <a:ext cx="179814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151;p17">
            <a:extLst>
              <a:ext uri="{FF2B5EF4-FFF2-40B4-BE49-F238E27FC236}">
                <a16:creationId xmlns:a16="http://schemas.microsoft.com/office/drawing/2014/main" id="{FB68BB3D-FD54-4B4F-85D2-854381FCBD19}"/>
              </a:ext>
            </a:extLst>
          </p:cNvPr>
          <p:cNvSpPr/>
          <p:nvPr/>
        </p:nvSpPr>
        <p:spPr>
          <a:xfrm>
            <a:off x="10048577" y="2447925"/>
            <a:ext cx="156239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152;p17">
            <a:extLst>
              <a:ext uri="{FF2B5EF4-FFF2-40B4-BE49-F238E27FC236}">
                <a16:creationId xmlns:a16="http://schemas.microsoft.com/office/drawing/2014/main" id="{2B0ADCBB-E79C-4F92-B084-C82631571758}"/>
              </a:ext>
            </a:extLst>
          </p:cNvPr>
          <p:cNvSpPr/>
          <p:nvPr/>
        </p:nvSpPr>
        <p:spPr>
          <a:xfrm>
            <a:off x="6381750" y="3105150"/>
            <a:ext cx="8572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153;p17">
            <a:extLst>
              <a:ext uri="{FF2B5EF4-FFF2-40B4-BE49-F238E27FC236}">
                <a16:creationId xmlns:a16="http://schemas.microsoft.com/office/drawing/2014/main" id="{E9E685BC-D57A-4B4B-A403-CD5D7E4FBC9B}"/>
              </a:ext>
            </a:extLst>
          </p:cNvPr>
          <p:cNvSpPr/>
          <p:nvPr/>
        </p:nvSpPr>
        <p:spPr>
          <a:xfrm>
            <a:off x="6381750" y="2552700"/>
            <a:ext cx="8572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154;p17">
            <a:extLst>
              <a:ext uri="{FF2B5EF4-FFF2-40B4-BE49-F238E27FC236}">
                <a16:creationId xmlns:a16="http://schemas.microsoft.com/office/drawing/2014/main" id="{4948AAB4-B208-4C07-8AD7-773C0EF3B62A}"/>
              </a:ext>
            </a:extLst>
          </p:cNvPr>
          <p:cNvSpPr/>
          <p:nvPr/>
        </p:nvSpPr>
        <p:spPr>
          <a:xfrm>
            <a:off x="6381750" y="2552700"/>
            <a:ext cx="9525" cy="56197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155;p17">
            <a:extLst>
              <a:ext uri="{FF2B5EF4-FFF2-40B4-BE49-F238E27FC236}">
                <a16:creationId xmlns:a16="http://schemas.microsoft.com/office/drawing/2014/main" id="{9ADDCD30-F349-48F0-AEF4-143B9AEDE1D7}"/>
              </a:ext>
            </a:extLst>
          </p:cNvPr>
          <p:cNvSpPr/>
          <p:nvPr/>
        </p:nvSpPr>
        <p:spPr>
          <a:xfrm>
            <a:off x="7239000" y="3105150"/>
            <a:ext cx="101143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156;p17">
            <a:extLst>
              <a:ext uri="{FF2B5EF4-FFF2-40B4-BE49-F238E27FC236}">
                <a16:creationId xmlns:a16="http://schemas.microsoft.com/office/drawing/2014/main" id="{48DC137A-5E79-4CCC-B32A-8A474DAD97B0}"/>
              </a:ext>
            </a:extLst>
          </p:cNvPr>
          <p:cNvSpPr/>
          <p:nvPr/>
        </p:nvSpPr>
        <p:spPr>
          <a:xfrm>
            <a:off x="7239000" y="2552700"/>
            <a:ext cx="101143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157;p17">
            <a:extLst>
              <a:ext uri="{FF2B5EF4-FFF2-40B4-BE49-F238E27FC236}">
                <a16:creationId xmlns:a16="http://schemas.microsoft.com/office/drawing/2014/main" id="{C8E776A5-CA54-4061-B19A-7A587B8DAF04}"/>
              </a:ext>
            </a:extLst>
          </p:cNvPr>
          <p:cNvSpPr/>
          <p:nvPr/>
        </p:nvSpPr>
        <p:spPr>
          <a:xfrm>
            <a:off x="8250435" y="3105150"/>
            <a:ext cx="179814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158;p17">
            <a:extLst>
              <a:ext uri="{FF2B5EF4-FFF2-40B4-BE49-F238E27FC236}">
                <a16:creationId xmlns:a16="http://schemas.microsoft.com/office/drawing/2014/main" id="{A15F3AEE-1B02-46AE-9241-2135E6A70BBF}"/>
              </a:ext>
            </a:extLst>
          </p:cNvPr>
          <p:cNvSpPr/>
          <p:nvPr/>
        </p:nvSpPr>
        <p:spPr>
          <a:xfrm>
            <a:off x="8250435" y="2552700"/>
            <a:ext cx="179814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159;p17">
            <a:extLst>
              <a:ext uri="{FF2B5EF4-FFF2-40B4-BE49-F238E27FC236}">
                <a16:creationId xmlns:a16="http://schemas.microsoft.com/office/drawing/2014/main" id="{A3F4EA8E-86DA-4233-BCD1-7852D521FF89}"/>
              </a:ext>
            </a:extLst>
          </p:cNvPr>
          <p:cNvSpPr/>
          <p:nvPr/>
        </p:nvSpPr>
        <p:spPr>
          <a:xfrm>
            <a:off x="10048577" y="3105150"/>
            <a:ext cx="156239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160;p17">
            <a:extLst>
              <a:ext uri="{FF2B5EF4-FFF2-40B4-BE49-F238E27FC236}">
                <a16:creationId xmlns:a16="http://schemas.microsoft.com/office/drawing/2014/main" id="{04A2550D-0EF2-4D1F-A5D9-2D9512AE6017}"/>
              </a:ext>
            </a:extLst>
          </p:cNvPr>
          <p:cNvSpPr/>
          <p:nvPr/>
        </p:nvSpPr>
        <p:spPr>
          <a:xfrm>
            <a:off x="10048577" y="2552700"/>
            <a:ext cx="156239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161;p17">
            <a:extLst>
              <a:ext uri="{FF2B5EF4-FFF2-40B4-BE49-F238E27FC236}">
                <a16:creationId xmlns:a16="http://schemas.microsoft.com/office/drawing/2014/main" id="{52C77D63-3C33-4F3F-8E3D-942DF46D92B7}"/>
              </a:ext>
            </a:extLst>
          </p:cNvPr>
          <p:cNvSpPr/>
          <p:nvPr/>
        </p:nvSpPr>
        <p:spPr>
          <a:xfrm>
            <a:off x="11601450" y="2552700"/>
            <a:ext cx="9525" cy="56197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162;p17">
            <a:extLst>
              <a:ext uri="{FF2B5EF4-FFF2-40B4-BE49-F238E27FC236}">
                <a16:creationId xmlns:a16="http://schemas.microsoft.com/office/drawing/2014/main" id="{6665CFD5-1B5D-4C69-A750-DE5E94CC0986}"/>
              </a:ext>
            </a:extLst>
          </p:cNvPr>
          <p:cNvSpPr/>
          <p:nvPr/>
        </p:nvSpPr>
        <p:spPr>
          <a:xfrm>
            <a:off x="6381750" y="3762375"/>
            <a:ext cx="857250" cy="95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163;p17">
            <a:extLst>
              <a:ext uri="{FF2B5EF4-FFF2-40B4-BE49-F238E27FC236}">
                <a16:creationId xmlns:a16="http://schemas.microsoft.com/office/drawing/2014/main" id="{A670ABED-350B-47E0-B53D-D7FB28D5565C}"/>
              </a:ext>
            </a:extLst>
          </p:cNvPr>
          <p:cNvSpPr/>
          <p:nvPr/>
        </p:nvSpPr>
        <p:spPr>
          <a:xfrm>
            <a:off x="6381750" y="3209925"/>
            <a:ext cx="857250" cy="95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164;p17">
            <a:extLst>
              <a:ext uri="{FF2B5EF4-FFF2-40B4-BE49-F238E27FC236}">
                <a16:creationId xmlns:a16="http://schemas.microsoft.com/office/drawing/2014/main" id="{52F23D1F-33DA-4B81-B663-6153D5826F3F}"/>
              </a:ext>
            </a:extLst>
          </p:cNvPr>
          <p:cNvSpPr/>
          <p:nvPr/>
        </p:nvSpPr>
        <p:spPr>
          <a:xfrm>
            <a:off x="6381750" y="3209925"/>
            <a:ext cx="9525" cy="5619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165;p17">
            <a:extLst>
              <a:ext uri="{FF2B5EF4-FFF2-40B4-BE49-F238E27FC236}">
                <a16:creationId xmlns:a16="http://schemas.microsoft.com/office/drawing/2014/main" id="{0546B0E2-B02C-4BB5-8115-C33C611AC74D}"/>
              </a:ext>
            </a:extLst>
          </p:cNvPr>
          <p:cNvSpPr/>
          <p:nvPr/>
        </p:nvSpPr>
        <p:spPr>
          <a:xfrm>
            <a:off x="7239000" y="3762375"/>
            <a:ext cx="1011435" cy="95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166;p17">
            <a:extLst>
              <a:ext uri="{FF2B5EF4-FFF2-40B4-BE49-F238E27FC236}">
                <a16:creationId xmlns:a16="http://schemas.microsoft.com/office/drawing/2014/main" id="{A8722426-BD88-49EF-8861-4247C3C23805}"/>
              </a:ext>
            </a:extLst>
          </p:cNvPr>
          <p:cNvSpPr/>
          <p:nvPr/>
        </p:nvSpPr>
        <p:spPr>
          <a:xfrm>
            <a:off x="7239000" y="3209925"/>
            <a:ext cx="1011435" cy="95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167;p17">
            <a:extLst>
              <a:ext uri="{FF2B5EF4-FFF2-40B4-BE49-F238E27FC236}">
                <a16:creationId xmlns:a16="http://schemas.microsoft.com/office/drawing/2014/main" id="{424E90D7-2BCE-4B82-BEF3-2E8B19492E1E}"/>
              </a:ext>
            </a:extLst>
          </p:cNvPr>
          <p:cNvSpPr/>
          <p:nvPr/>
        </p:nvSpPr>
        <p:spPr>
          <a:xfrm>
            <a:off x="8250435" y="3762375"/>
            <a:ext cx="1798141" cy="95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168;p17">
            <a:extLst>
              <a:ext uri="{FF2B5EF4-FFF2-40B4-BE49-F238E27FC236}">
                <a16:creationId xmlns:a16="http://schemas.microsoft.com/office/drawing/2014/main" id="{CF7D7A54-C096-4CA7-BC3D-E64773978901}"/>
              </a:ext>
            </a:extLst>
          </p:cNvPr>
          <p:cNvSpPr/>
          <p:nvPr/>
        </p:nvSpPr>
        <p:spPr>
          <a:xfrm>
            <a:off x="8250435" y="3209925"/>
            <a:ext cx="1798141" cy="95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169;p17">
            <a:extLst>
              <a:ext uri="{FF2B5EF4-FFF2-40B4-BE49-F238E27FC236}">
                <a16:creationId xmlns:a16="http://schemas.microsoft.com/office/drawing/2014/main" id="{E5FAE8C0-5645-41C4-BE11-73FC4FD630ED}"/>
              </a:ext>
            </a:extLst>
          </p:cNvPr>
          <p:cNvSpPr/>
          <p:nvPr/>
        </p:nvSpPr>
        <p:spPr>
          <a:xfrm>
            <a:off x="10048577" y="3762375"/>
            <a:ext cx="1562397" cy="95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170;p17">
            <a:extLst>
              <a:ext uri="{FF2B5EF4-FFF2-40B4-BE49-F238E27FC236}">
                <a16:creationId xmlns:a16="http://schemas.microsoft.com/office/drawing/2014/main" id="{D352A461-C484-4276-AFBC-5215400405E4}"/>
              </a:ext>
            </a:extLst>
          </p:cNvPr>
          <p:cNvSpPr/>
          <p:nvPr/>
        </p:nvSpPr>
        <p:spPr>
          <a:xfrm>
            <a:off x="10048577" y="3209925"/>
            <a:ext cx="1562397" cy="95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171;p17">
            <a:extLst>
              <a:ext uri="{FF2B5EF4-FFF2-40B4-BE49-F238E27FC236}">
                <a16:creationId xmlns:a16="http://schemas.microsoft.com/office/drawing/2014/main" id="{11D7C938-C8A9-4A50-87ED-38DE3B4A0DD3}"/>
              </a:ext>
            </a:extLst>
          </p:cNvPr>
          <p:cNvSpPr/>
          <p:nvPr/>
        </p:nvSpPr>
        <p:spPr>
          <a:xfrm>
            <a:off x="11601450" y="3209925"/>
            <a:ext cx="9525" cy="5619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172;p17">
            <a:extLst>
              <a:ext uri="{FF2B5EF4-FFF2-40B4-BE49-F238E27FC236}">
                <a16:creationId xmlns:a16="http://schemas.microsoft.com/office/drawing/2014/main" id="{8EDBD57D-8A22-4D4B-BA40-92CEF9565DFD}"/>
              </a:ext>
            </a:extLst>
          </p:cNvPr>
          <p:cNvSpPr/>
          <p:nvPr/>
        </p:nvSpPr>
        <p:spPr>
          <a:xfrm>
            <a:off x="6381750" y="4419600"/>
            <a:ext cx="857250" cy="95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173;p17">
            <a:extLst>
              <a:ext uri="{FF2B5EF4-FFF2-40B4-BE49-F238E27FC236}">
                <a16:creationId xmlns:a16="http://schemas.microsoft.com/office/drawing/2014/main" id="{C6B3AB9D-907C-4E58-883D-3DE3094FDD2C}"/>
              </a:ext>
            </a:extLst>
          </p:cNvPr>
          <p:cNvSpPr/>
          <p:nvPr/>
        </p:nvSpPr>
        <p:spPr>
          <a:xfrm>
            <a:off x="6381750" y="3867150"/>
            <a:ext cx="857250" cy="95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174;p17">
            <a:extLst>
              <a:ext uri="{FF2B5EF4-FFF2-40B4-BE49-F238E27FC236}">
                <a16:creationId xmlns:a16="http://schemas.microsoft.com/office/drawing/2014/main" id="{D54AB0EB-1F4E-4972-A699-3F7E1B52F4EA}"/>
              </a:ext>
            </a:extLst>
          </p:cNvPr>
          <p:cNvSpPr/>
          <p:nvPr/>
        </p:nvSpPr>
        <p:spPr>
          <a:xfrm>
            <a:off x="6381750" y="3867150"/>
            <a:ext cx="9525" cy="5619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175;p17">
            <a:extLst>
              <a:ext uri="{FF2B5EF4-FFF2-40B4-BE49-F238E27FC236}">
                <a16:creationId xmlns:a16="http://schemas.microsoft.com/office/drawing/2014/main" id="{A7408593-A831-4879-9607-58E51AC4C08C}"/>
              </a:ext>
            </a:extLst>
          </p:cNvPr>
          <p:cNvSpPr/>
          <p:nvPr/>
        </p:nvSpPr>
        <p:spPr>
          <a:xfrm>
            <a:off x="7239000" y="4419600"/>
            <a:ext cx="1011435" cy="95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176;p17">
            <a:extLst>
              <a:ext uri="{FF2B5EF4-FFF2-40B4-BE49-F238E27FC236}">
                <a16:creationId xmlns:a16="http://schemas.microsoft.com/office/drawing/2014/main" id="{602B2D98-9EE9-448C-825A-4B475AB3CB0E}"/>
              </a:ext>
            </a:extLst>
          </p:cNvPr>
          <p:cNvSpPr/>
          <p:nvPr/>
        </p:nvSpPr>
        <p:spPr>
          <a:xfrm>
            <a:off x="7239000" y="3867150"/>
            <a:ext cx="1011435" cy="95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177;p17">
            <a:extLst>
              <a:ext uri="{FF2B5EF4-FFF2-40B4-BE49-F238E27FC236}">
                <a16:creationId xmlns:a16="http://schemas.microsoft.com/office/drawing/2014/main" id="{9C8B60E0-DFCE-4BA9-B52F-7C990B31BCC6}"/>
              </a:ext>
            </a:extLst>
          </p:cNvPr>
          <p:cNvSpPr/>
          <p:nvPr/>
        </p:nvSpPr>
        <p:spPr>
          <a:xfrm>
            <a:off x="8250435" y="4419600"/>
            <a:ext cx="1798141" cy="95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178;p17">
            <a:extLst>
              <a:ext uri="{FF2B5EF4-FFF2-40B4-BE49-F238E27FC236}">
                <a16:creationId xmlns:a16="http://schemas.microsoft.com/office/drawing/2014/main" id="{6DECF211-CA36-4143-B953-9B09506B0BF2}"/>
              </a:ext>
            </a:extLst>
          </p:cNvPr>
          <p:cNvSpPr/>
          <p:nvPr/>
        </p:nvSpPr>
        <p:spPr>
          <a:xfrm>
            <a:off x="8250435" y="3867150"/>
            <a:ext cx="1798141" cy="95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179;p17">
            <a:extLst>
              <a:ext uri="{FF2B5EF4-FFF2-40B4-BE49-F238E27FC236}">
                <a16:creationId xmlns:a16="http://schemas.microsoft.com/office/drawing/2014/main" id="{57352A6A-BE4D-4207-9A13-CCAA7CB0D484}"/>
              </a:ext>
            </a:extLst>
          </p:cNvPr>
          <p:cNvSpPr/>
          <p:nvPr/>
        </p:nvSpPr>
        <p:spPr>
          <a:xfrm>
            <a:off x="10048577" y="4419600"/>
            <a:ext cx="1562397" cy="95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180;p17">
            <a:extLst>
              <a:ext uri="{FF2B5EF4-FFF2-40B4-BE49-F238E27FC236}">
                <a16:creationId xmlns:a16="http://schemas.microsoft.com/office/drawing/2014/main" id="{C7EECC60-B759-4EA0-8862-8BEA3A92CC44}"/>
              </a:ext>
            </a:extLst>
          </p:cNvPr>
          <p:cNvSpPr/>
          <p:nvPr/>
        </p:nvSpPr>
        <p:spPr>
          <a:xfrm>
            <a:off x="10048577" y="3867150"/>
            <a:ext cx="1562397" cy="95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181;p17">
            <a:extLst>
              <a:ext uri="{FF2B5EF4-FFF2-40B4-BE49-F238E27FC236}">
                <a16:creationId xmlns:a16="http://schemas.microsoft.com/office/drawing/2014/main" id="{EED8D22B-EEE2-45B4-9A86-E9544B6E2FD7}"/>
              </a:ext>
            </a:extLst>
          </p:cNvPr>
          <p:cNvSpPr/>
          <p:nvPr/>
        </p:nvSpPr>
        <p:spPr>
          <a:xfrm>
            <a:off x="11601450" y="3867150"/>
            <a:ext cx="9525" cy="5619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182;p17">
            <a:extLst>
              <a:ext uri="{FF2B5EF4-FFF2-40B4-BE49-F238E27FC236}">
                <a16:creationId xmlns:a16="http://schemas.microsoft.com/office/drawing/2014/main" id="{F679DCA3-7349-4DA3-A013-58E1ACE057A7}"/>
              </a:ext>
            </a:extLst>
          </p:cNvPr>
          <p:cNvSpPr/>
          <p:nvPr/>
        </p:nvSpPr>
        <p:spPr>
          <a:xfrm>
            <a:off x="6381750" y="5076825"/>
            <a:ext cx="8572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183;p17">
            <a:extLst>
              <a:ext uri="{FF2B5EF4-FFF2-40B4-BE49-F238E27FC236}">
                <a16:creationId xmlns:a16="http://schemas.microsoft.com/office/drawing/2014/main" id="{72A9B9C8-1BB8-42A0-8DF2-FE5A95832F79}"/>
              </a:ext>
            </a:extLst>
          </p:cNvPr>
          <p:cNvSpPr/>
          <p:nvPr/>
        </p:nvSpPr>
        <p:spPr>
          <a:xfrm>
            <a:off x="6381750" y="4524375"/>
            <a:ext cx="8572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184;p17">
            <a:extLst>
              <a:ext uri="{FF2B5EF4-FFF2-40B4-BE49-F238E27FC236}">
                <a16:creationId xmlns:a16="http://schemas.microsoft.com/office/drawing/2014/main" id="{AA205CEC-CF02-40A1-A2BA-0C8FD372F5FA}"/>
              </a:ext>
            </a:extLst>
          </p:cNvPr>
          <p:cNvSpPr/>
          <p:nvPr/>
        </p:nvSpPr>
        <p:spPr>
          <a:xfrm>
            <a:off x="6381750" y="4524375"/>
            <a:ext cx="9525" cy="56197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185;p17">
            <a:extLst>
              <a:ext uri="{FF2B5EF4-FFF2-40B4-BE49-F238E27FC236}">
                <a16:creationId xmlns:a16="http://schemas.microsoft.com/office/drawing/2014/main" id="{172A03C7-30B8-46A7-8743-AC2B6AA0EC4D}"/>
              </a:ext>
            </a:extLst>
          </p:cNvPr>
          <p:cNvSpPr/>
          <p:nvPr/>
        </p:nvSpPr>
        <p:spPr>
          <a:xfrm>
            <a:off x="7239000" y="5076825"/>
            <a:ext cx="101143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186;p17">
            <a:extLst>
              <a:ext uri="{FF2B5EF4-FFF2-40B4-BE49-F238E27FC236}">
                <a16:creationId xmlns:a16="http://schemas.microsoft.com/office/drawing/2014/main" id="{7EF0CAAA-18A9-44BA-9A5A-CD8A52E37F44}"/>
              </a:ext>
            </a:extLst>
          </p:cNvPr>
          <p:cNvSpPr/>
          <p:nvPr/>
        </p:nvSpPr>
        <p:spPr>
          <a:xfrm>
            <a:off x="7239000" y="4524375"/>
            <a:ext cx="101143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187;p17">
            <a:extLst>
              <a:ext uri="{FF2B5EF4-FFF2-40B4-BE49-F238E27FC236}">
                <a16:creationId xmlns:a16="http://schemas.microsoft.com/office/drawing/2014/main" id="{AFA766AE-27E3-44AC-ABCD-90D105B742D7}"/>
              </a:ext>
            </a:extLst>
          </p:cNvPr>
          <p:cNvSpPr/>
          <p:nvPr/>
        </p:nvSpPr>
        <p:spPr>
          <a:xfrm>
            <a:off x="8250435" y="5076825"/>
            <a:ext cx="179814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188;p17">
            <a:extLst>
              <a:ext uri="{FF2B5EF4-FFF2-40B4-BE49-F238E27FC236}">
                <a16:creationId xmlns:a16="http://schemas.microsoft.com/office/drawing/2014/main" id="{9039445A-1127-437E-B26C-F749E21409A2}"/>
              </a:ext>
            </a:extLst>
          </p:cNvPr>
          <p:cNvSpPr/>
          <p:nvPr/>
        </p:nvSpPr>
        <p:spPr>
          <a:xfrm>
            <a:off x="8250435" y="4524375"/>
            <a:ext cx="179814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189;p17">
            <a:extLst>
              <a:ext uri="{FF2B5EF4-FFF2-40B4-BE49-F238E27FC236}">
                <a16:creationId xmlns:a16="http://schemas.microsoft.com/office/drawing/2014/main" id="{E872BE96-0028-480B-A632-F27D09046B99}"/>
              </a:ext>
            </a:extLst>
          </p:cNvPr>
          <p:cNvSpPr/>
          <p:nvPr/>
        </p:nvSpPr>
        <p:spPr>
          <a:xfrm>
            <a:off x="10048577" y="5076825"/>
            <a:ext cx="156239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190;p17">
            <a:extLst>
              <a:ext uri="{FF2B5EF4-FFF2-40B4-BE49-F238E27FC236}">
                <a16:creationId xmlns:a16="http://schemas.microsoft.com/office/drawing/2014/main" id="{332772DC-EE3F-45C6-831F-D441FA801BF4}"/>
              </a:ext>
            </a:extLst>
          </p:cNvPr>
          <p:cNvSpPr/>
          <p:nvPr/>
        </p:nvSpPr>
        <p:spPr>
          <a:xfrm>
            <a:off x="10048577" y="4524375"/>
            <a:ext cx="156239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191;p17">
            <a:extLst>
              <a:ext uri="{FF2B5EF4-FFF2-40B4-BE49-F238E27FC236}">
                <a16:creationId xmlns:a16="http://schemas.microsoft.com/office/drawing/2014/main" id="{DB162626-F930-48BC-A3B2-D9D4AD3AE616}"/>
              </a:ext>
            </a:extLst>
          </p:cNvPr>
          <p:cNvSpPr/>
          <p:nvPr/>
        </p:nvSpPr>
        <p:spPr>
          <a:xfrm>
            <a:off x="11601450" y="4524375"/>
            <a:ext cx="9525" cy="56197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192;p17">
            <a:extLst>
              <a:ext uri="{FF2B5EF4-FFF2-40B4-BE49-F238E27FC236}">
                <a16:creationId xmlns:a16="http://schemas.microsoft.com/office/drawing/2014/main" id="{7597EEBB-2925-49F0-AD0B-3E950E7EE7BA}"/>
              </a:ext>
            </a:extLst>
          </p:cNvPr>
          <p:cNvSpPr/>
          <p:nvPr/>
        </p:nvSpPr>
        <p:spPr>
          <a:xfrm>
            <a:off x="6381750" y="5734050"/>
            <a:ext cx="8572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193;p17">
            <a:extLst>
              <a:ext uri="{FF2B5EF4-FFF2-40B4-BE49-F238E27FC236}">
                <a16:creationId xmlns:a16="http://schemas.microsoft.com/office/drawing/2014/main" id="{11B74AF2-6F47-4C42-8BC6-009BE2151DE0}"/>
              </a:ext>
            </a:extLst>
          </p:cNvPr>
          <p:cNvSpPr/>
          <p:nvPr/>
        </p:nvSpPr>
        <p:spPr>
          <a:xfrm>
            <a:off x="6381750" y="5181600"/>
            <a:ext cx="8572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194;p17">
            <a:extLst>
              <a:ext uri="{FF2B5EF4-FFF2-40B4-BE49-F238E27FC236}">
                <a16:creationId xmlns:a16="http://schemas.microsoft.com/office/drawing/2014/main" id="{54FEBD70-52EA-4E16-9D55-914DE19896C1}"/>
              </a:ext>
            </a:extLst>
          </p:cNvPr>
          <p:cNvSpPr/>
          <p:nvPr/>
        </p:nvSpPr>
        <p:spPr>
          <a:xfrm>
            <a:off x="6381750" y="5181600"/>
            <a:ext cx="9525" cy="56197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195;p17">
            <a:extLst>
              <a:ext uri="{FF2B5EF4-FFF2-40B4-BE49-F238E27FC236}">
                <a16:creationId xmlns:a16="http://schemas.microsoft.com/office/drawing/2014/main" id="{DD2E3B9C-8326-482D-B498-22D5314A0E4C}"/>
              </a:ext>
            </a:extLst>
          </p:cNvPr>
          <p:cNvSpPr/>
          <p:nvPr/>
        </p:nvSpPr>
        <p:spPr>
          <a:xfrm>
            <a:off x="7239000" y="5734050"/>
            <a:ext cx="101143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196;p17">
            <a:extLst>
              <a:ext uri="{FF2B5EF4-FFF2-40B4-BE49-F238E27FC236}">
                <a16:creationId xmlns:a16="http://schemas.microsoft.com/office/drawing/2014/main" id="{2D502D62-9C4D-498F-AA37-45DEC6FDAB85}"/>
              </a:ext>
            </a:extLst>
          </p:cNvPr>
          <p:cNvSpPr/>
          <p:nvPr/>
        </p:nvSpPr>
        <p:spPr>
          <a:xfrm>
            <a:off x="7239000" y="5181600"/>
            <a:ext cx="101143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197;p17">
            <a:extLst>
              <a:ext uri="{FF2B5EF4-FFF2-40B4-BE49-F238E27FC236}">
                <a16:creationId xmlns:a16="http://schemas.microsoft.com/office/drawing/2014/main" id="{6C3F1F6D-3367-433D-8F9D-E2B5B51470C0}"/>
              </a:ext>
            </a:extLst>
          </p:cNvPr>
          <p:cNvSpPr/>
          <p:nvPr/>
        </p:nvSpPr>
        <p:spPr>
          <a:xfrm>
            <a:off x="8250435" y="5734050"/>
            <a:ext cx="179814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198;p17">
            <a:extLst>
              <a:ext uri="{FF2B5EF4-FFF2-40B4-BE49-F238E27FC236}">
                <a16:creationId xmlns:a16="http://schemas.microsoft.com/office/drawing/2014/main" id="{89A539F8-55AA-4817-A9C5-36C8B59C18C2}"/>
              </a:ext>
            </a:extLst>
          </p:cNvPr>
          <p:cNvSpPr/>
          <p:nvPr/>
        </p:nvSpPr>
        <p:spPr>
          <a:xfrm>
            <a:off x="8250435" y="5181600"/>
            <a:ext cx="179814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199;p17">
            <a:extLst>
              <a:ext uri="{FF2B5EF4-FFF2-40B4-BE49-F238E27FC236}">
                <a16:creationId xmlns:a16="http://schemas.microsoft.com/office/drawing/2014/main" id="{89F3216C-905E-40E4-BB1A-1BFFB1C89B14}"/>
              </a:ext>
            </a:extLst>
          </p:cNvPr>
          <p:cNvSpPr/>
          <p:nvPr/>
        </p:nvSpPr>
        <p:spPr>
          <a:xfrm>
            <a:off x="10048577" y="5734050"/>
            <a:ext cx="156239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200;p17">
            <a:extLst>
              <a:ext uri="{FF2B5EF4-FFF2-40B4-BE49-F238E27FC236}">
                <a16:creationId xmlns:a16="http://schemas.microsoft.com/office/drawing/2014/main" id="{5B31ABB6-9EBB-4786-B1F5-48D6A2BC24F6}"/>
              </a:ext>
            </a:extLst>
          </p:cNvPr>
          <p:cNvSpPr/>
          <p:nvPr/>
        </p:nvSpPr>
        <p:spPr>
          <a:xfrm>
            <a:off x="10048577" y="5181600"/>
            <a:ext cx="156239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201;p17">
            <a:extLst>
              <a:ext uri="{FF2B5EF4-FFF2-40B4-BE49-F238E27FC236}">
                <a16:creationId xmlns:a16="http://schemas.microsoft.com/office/drawing/2014/main" id="{2B81A8CB-8D6B-4F3B-AFBF-81D2FD30A960}"/>
              </a:ext>
            </a:extLst>
          </p:cNvPr>
          <p:cNvSpPr/>
          <p:nvPr/>
        </p:nvSpPr>
        <p:spPr>
          <a:xfrm>
            <a:off x="11601450" y="5181600"/>
            <a:ext cx="9525" cy="56197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CD7AEDE-9B04-4892-4DD2-D9B558B956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0667" y="2347913"/>
            <a:ext cx="6959536" cy="4081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86515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8"/>
          <p:cNvSpPr txBox="1"/>
          <p:nvPr/>
        </p:nvSpPr>
        <p:spPr>
          <a:xfrm>
            <a:off x="581025" y="581025"/>
            <a:ext cx="11581447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 err="1">
                <a:solidFill>
                  <a:srgbClr val="89B4FA"/>
                </a:solidFill>
                <a:latin typeface="Roboto Slab"/>
                <a:ea typeface="Roboto Slab"/>
                <a:cs typeface="Roboto Slab"/>
                <a:sym typeface="Roboto Slab"/>
              </a:rPr>
              <a:t>X</a:t>
            </a:r>
            <a:r>
              <a:rPr lang="en-US" sz="3150" b="1" dirty="0" err="1">
                <a:solidFill>
                  <a:srgbClr val="89B4FA"/>
                </a:solidFill>
                <a:latin typeface="Roboto Slab"/>
                <a:ea typeface="Roboto Slab"/>
                <a:cs typeface="Roboto Slab"/>
                <a:sym typeface="Roboto Slab"/>
              </a:rPr>
              <a:t>ử</a:t>
            </a:r>
            <a:r>
              <a:rPr lang="en-US" sz="3150" b="1" dirty="0">
                <a:solidFill>
                  <a:srgbClr val="89B4FA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3150" b="1" dirty="0" err="1">
                <a:solidFill>
                  <a:srgbClr val="89B4FA"/>
                </a:solidFill>
                <a:latin typeface="Roboto Slab"/>
                <a:ea typeface="Roboto Slab"/>
                <a:cs typeface="Roboto Slab"/>
                <a:sym typeface="Roboto Slab"/>
              </a:rPr>
              <a:t>lý</a:t>
            </a:r>
            <a:r>
              <a:rPr lang="en-US" sz="3150" b="1" dirty="0">
                <a:solidFill>
                  <a:srgbClr val="89B4FA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3150" b="1" dirty="0" err="1">
                <a:solidFill>
                  <a:srgbClr val="89B4FA"/>
                </a:solidFill>
                <a:latin typeface="Roboto Slab"/>
                <a:ea typeface="Roboto Slab"/>
                <a:cs typeface="Roboto Slab"/>
                <a:sym typeface="Roboto Slab"/>
              </a:rPr>
              <a:t>va</a:t>
            </a:r>
            <a:r>
              <a:rPr lang="en-US" sz="3150" b="1" dirty="0">
                <a:solidFill>
                  <a:srgbClr val="89B4FA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3150" b="1" dirty="0" err="1">
                <a:solidFill>
                  <a:srgbClr val="89B4FA"/>
                </a:solidFill>
                <a:latin typeface="Roboto Slab"/>
                <a:ea typeface="Roboto Slab"/>
                <a:cs typeface="Roboto Slab"/>
                <a:sym typeface="Roboto Slab"/>
              </a:rPr>
              <a:t>chạm</a:t>
            </a:r>
            <a:endParaRPr dirty="0"/>
          </a:p>
        </p:txBody>
      </p:sp>
      <p:sp>
        <p:nvSpPr>
          <p:cNvPr id="178" name="Google Shape;178;p18"/>
          <p:cNvSpPr/>
          <p:nvPr/>
        </p:nvSpPr>
        <p:spPr>
          <a:xfrm>
            <a:off x="581025" y="1247775"/>
            <a:ext cx="11029950" cy="1905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1" name="Google Shape;302;p20" descr="image.png">
            <a:extLst>
              <a:ext uri="{FF2B5EF4-FFF2-40B4-BE49-F238E27FC236}">
                <a16:creationId xmlns:a16="http://schemas.microsoft.com/office/drawing/2014/main" id="{51B5636A-F6BD-4BBE-AD12-49A4D30C6E5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025" y="2238375"/>
            <a:ext cx="3486150" cy="403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303;p20" descr="image.png">
            <a:extLst>
              <a:ext uri="{FF2B5EF4-FFF2-40B4-BE49-F238E27FC236}">
                <a16:creationId xmlns:a16="http://schemas.microsoft.com/office/drawing/2014/main" id="{1B3055CE-313B-4EA2-B25B-BBA90EA22FE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52925" y="2238375"/>
            <a:ext cx="3486150" cy="403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304;p20" descr="image.png">
            <a:extLst>
              <a:ext uri="{FF2B5EF4-FFF2-40B4-BE49-F238E27FC236}">
                <a16:creationId xmlns:a16="http://schemas.microsoft.com/office/drawing/2014/main" id="{A7BF2511-203A-4B41-A37A-02FDEA73CC7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4825" y="2238375"/>
            <a:ext cx="3486150" cy="403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306;p20" descr="image.png">
            <a:extLst>
              <a:ext uri="{FF2B5EF4-FFF2-40B4-BE49-F238E27FC236}">
                <a16:creationId xmlns:a16="http://schemas.microsoft.com/office/drawing/2014/main" id="{E4043EAE-BE79-481B-B185-ADE8B033A8C4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71550" y="262890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307;p20">
            <a:extLst>
              <a:ext uri="{FF2B5EF4-FFF2-40B4-BE49-F238E27FC236}">
                <a16:creationId xmlns:a16="http://schemas.microsoft.com/office/drawing/2014/main" id="{591CBD8E-08EB-4631-B099-D3B908F7E39C}"/>
              </a:ext>
            </a:extLst>
          </p:cNvPr>
          <p:cNvSpPr txBox="1"/>
          <p:nvPr/>
        </p:nvSpPr>
        <p:spPr>
          <a:xfrm>
            <a:off x="971550" y="3390900"/>
            <a:ext cx="284035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1. Tính h1</a:t>
            </a:r>
            <a:endParaRPr/>
          </a:p>
        </p:txBody>
      </p:sp>
      <p:sp>
        <p:nvSpPr>
          <p:cNvPr id="86" name="Google Shape;308;p20">
            <a:extLst>
              <a:ext uri="{FF2B5EF4-FFF2-40B4-BE49-F238E27FC236}">
                <a16:creationId xmlns:a16="http://schemas.microsoft.com/office/drawing/2014/main" id="{D086A4FB-C86A-4680-88F3-FC145D0AB960}"/>
              </a:ext>
            </a:extLst>
          </p:cNvPr>
          <p:cNvSpPr txBox="1"/>
          <p:nvPr/>
        </p:nvSpPr>
        <p:spPr>
          <a:xfrm>
            <a:off x="971550" y="3905250"/>
            <a:ext cx="27051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>
              <a:lnSpc>
                <a:spcPct val="160000"/>
              </a:lnSpc>
            </a:pP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h1("SP112") = </a:t>
            </a:r>
            <a:r>
              <a:rPr lang="en-US" sz="1500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311 % 11 = </a:t>
            </a:r>
            <a:r>
              <a:rPr lang="en-US" sz="1500" b="1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87" name="Google Shape;309;p20">
            <a:extLst>
              <a:ext uri="{FF2B5EF4-FFF2-40B4-BE49-F238E27FC236}">
                <a16:creationId xmlns:a16="http://schemas.microsoft.com/office/drawing/2014/main" id="{2EF6E71C-C2CD-475F-A1B2-7C9359B28890}"/>
              </a:ext>
            </a:extLst>
          </p:cNvPr>
          <p:cNvSpPr txBox="1"/>
          <p:nvPr/>
        </p:nvSpPr>
        <p:spPr>
          <a:xfrm>
            <a:off x="971550" y="4352925"/>
            <a:ext cx="27051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Kiểm</a:t>
            </a:r>
            <a:r>
              <a:rPr lang="en-US" sz="1500" b="0" i="0" u="none" strike="noStrike" cap="none" dirty="0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tra</a:t>
            </a:r>
            <a:r>
              <a:rPr lang="en-US" sz="1500" b="0" i="0" u="none" strike="noStrike" cap="none" dirty="0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 Slot[3]:</a:t>
            </a:r>
            <a:endParaRPr dirty="0"/>
          </a:p>
        </p:txBody>
      </p:sp>
      <p:sp>
        <p:nvSpPr>
          <p:cNvPr id="88" name="Google Shape;310;p20">
            <a:extLst>
              <a:ext uri="{FF2B5EF4-FFF2-40B4-BE49-F238E27FC236}">
                <a16:creationId xmlns:a16="http://schemas.microsoft.com/office/drawing/2014/main" id="{F9E5725E-CBA8-478B-B955-EE1A7352D843}"/>
              </a:ext>
            </a:extLst>
          </p:cNvPr>
          <p:cNvSpPr txBox="1"/>
          <p:nvPr/>
        </p:nvSpPr>
        <p:spPr>
          <a:xfrm>
            <a:off x="971550" y="4738458"/>
            <a:ext cx="2705100" cy="29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>
              <a:lnSpc>
                <a:spcPct val="160000"/>
              </a:lnSpc>
            </a:pPr>
            <a:r>
              <a:rPr lang="en-US" sz="1200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🔴 </a:t>
            </a:r>
            <a:r>
              <a:rPr lang="en-US" sz="1200" b="1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VA CHẠM!</a:t>
            </a:r>
            <a:r>
              <a:rPr lang="en-US" sz="1200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Slot[3] </a:t>
            </a:r>
            <a:r>
              <a:rPr lang="en-US" sz="1200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đã</a:t>
            </a:r>
            <a:r>
              <a:rPr lang="en-US" sz="1200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có</a:t>
            </a:r>
            <a:r>
              <a:rPr lang="en-US" sz="1200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SP013.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89" name="Google Shape;311;p20">
            <a:extLst>
              <a:ext uri="{FF2B5EF4-FFF2-40B4-BE49-F238E27FC236}">
                <a16:creationId xmlns:a16="http://schemas.microsoft.com/office/drawing/2014/main" id="{78E0F7EE-3B21-48A4-92BB-607DBE3C337C}"/>
              </a:ext>
            </a:extLst>
          </p:cNvPr>
          <p:cNvSpPr txBox="1"/>
          <p:nvPr/>
        </p:nvSpPr>
        <p:spPr>
          <a:xfrm>
            <a:off x="1343025" y="5058058"/>
            <a:ext cx="27051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➔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Tiếp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tục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90" name="Google Shape;312;p20" descr="image.png">
            <a:extLst>
              <a:ext uri="{FF2B5EF4-FFF2-40B4-BE49-F238E27FC236}">
                <a16:creationId xmlns:a16="http://schemas.microsoft.com/office/drawing/2014/main" id="{507857AB-F4A5-499C-AA5C-67595724BA47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743450" y="262890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313;p20">
            <a:extLst>
              <a:ext uri="{FF2B5EF4-FFF2-40B4-BE49-F238E27FC236}">
                <a16:creationId xmlns:a16="http://schemas.microsoft.com/office/drawing/2014/main" id="{D2818C5C-5813-4E99-B751-F4F4A1935345}"/>
              </a:ext>
            </a:extLst>
          </p:cNvPr>
          <p:cNvSpPr txBox="1"/>
          <p:nvPr/>
        </p:nvSpPr>
        <p:spPr>
          <a:xfrm>
            <a:off x="4743450" y="3390900"/>
            <a:ext cx="284035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2. Tính bước nhảy</a:t>
            </a:r>
            <a:endParaRPr/>
          </a:p>
        </p:txBody>
      </p:sp>
      <p:sp>
        <p:nvSpPr>
          <p:cNvPr id="92" name="Google Shape;314;p20">
            <a:extLst>
              <a:ext uri="{FF2B5EF4-FFF2-40B4-BE49-F238E27FC236}">
                <a16:creationId xmlns:a16="http://schemas.microsoft.com/office/drawing/2014/main" id="{5174FD2B-AC0C-4316-B887-D2A397161D03}"/>
              </a:ext>
            </a:extLst>
          </p:cNvPr>
          <p:cNvSpPr txBox="1"/>
          <p:nvPr/>
        </p:nvSpPr>
        <p:spPr>
          <a:xfrm>
            <a:off x="4743450" y="3905250"/>
            <a:ext cx="2705100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60000"/>
              </a:lnSpc>
            </a:pPr>
            <a:r>
              <a:rPr lang="pt-BR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Với R = 7, h2 = 7 - (311 % 7) = </a:t>
            </a:r>
            <a:r>
              <a:rPr lang="pt-BR" b="1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93" name="Google Shape;315;p20">
            <a:extLst>
              <a:ext uri="{FF2B5EF4-FFF2-40B4-BE49-F238E27FC236}">
                <a16:creationId xmlns:a16="http://schemas.microsoft.com/office/drawing/2014/main" id="{76F1D32B-2B92-4402-8860-E4767233ACF9}"/>
              </a:ext>
            </a:extLst>
          </p:cNvPr>
          <p:cNvSpPr txBox="1"/>
          <p:nvPr/>
        </p:nvSpPr>
        <p:spPr>
          <a:xfrm>
            <a:off x="4743450" y="4400550"/>
            <a:ext cx="27051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Tính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vị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trí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tiếp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theo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: 0,1,2,3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94" name="Google Shape;316;p20">
            <a:extLst>
              <a:ext uri="{FF2B5EF4-FFF2-40B4-BE49-F238E27FC236}">
                <a16:creationId xmlns:a16="http://schemas.microsoft.com/office/drawing/2014/main" id="{FDA21C70-EBAA-4841-A01E-03C84AE3BEA9}"/>
              </a:ext>
            </a:extLst>
          </p:cNvPr>
          <p:cNvSpPr txBox="1"/>
          <p:nvPr/>
        </p:nvSpPr>
        <p:spPr>
          <a:xfrm>
            <a:off x="4743450" y="4895850"/>
            <a:ext cx="27051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>
              <a:lnSpc>
                <a:spcPct val="160000"/>
              </a:lnSpc>
            </a:pPr>
            <a:r>
              <a:rPr lang="en-US" sz="1500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Pos(1) = (3 + 1×4) % 11 = </a:t>
            </a:r>
            <a:r>
              <a:rPr lang="en-US" sz="1500" b="1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7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95" name="Google Shape;317;p20">
            <a:extLst>
              <a:ext uri="{FF2B5EF4-FFF2-40B4-BE49-F238E27FC236}">
                <a16:creationId xmlns:a16="http://schemas.microsoft.com/office/drawing/2014/main" id="{C183454B-2C89-4624-A694-5FCD89AFB738}"/>
              </a:ext>
            </a:extLst>
          </p:cNvPr>
          <p:cNvSpPr txBox="1"/>
          <p:nvPr/>
        </p:nvSpPr>
        <p:spPr>
          <a:xfrm>
            <a:off x="4743450" y="5391150"/>
            <a:ext cx="27051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pos = 7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96" name="Google Shape;318;p20" descr="image.png">
            <a:extLst>
              <a:ext uri="{FF2B5EF4-FFF2-40B4-BE49-F238E27FC236}">
                <a16:creationId xmlns:a16="http://schemas.microsoft.com/office/drawing/2014/main" id="{C5934765-79B3-44E5-98F7-8EFE2936B837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515350" y="262890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319;p20">
            <a:extLst>
              <a:ext uri="{FF2B5EF4-FFF2-40B4-BE49-F238E27FC236}">
                <a16:creationId xmlns:a16="http://schemas.microsoft.com/office/drawing/2014/main" id="{A654EF81-3410-4FD3-B49C-4286043D1497}"/>
              </a:ext>
            </a:extLst>
          </p:cNvPr>
          <p:cNvSpPr txBox="1"/>
          <p:nvPr/>
        </p:nvSpPr>
        <p:spPr>
          <a:xfrm>
            <a:off x="8515350" y="3390900"/>
            <a:ext cx="284035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3. Kết quả</a:t>
            </a:r>
            <a:endParaRPr/>
          </a:p>
        </p:txBody>
      </p:sp>
      <p:sp>
        <p:nvSpPr>
          <p:cNvPr id="98" name="Google Shape;320;p20">
            <a:extLst>
              <a:ext uri="{FF2B5EF4-FFF2-40B4-BE49-F238E27FC236}">
                <a16:creationId xmlns:a16="http://schemas.microsoft.com/office/drawing/2014/main" id="{C08E1663-6AC2-492B-81B4-3D4A42C6C92F}"/>
              </a:ext>
            </a:extLst>
          </p:cNvPr>
          <p:cNvSpPr txBox="1"/>
          <p:nvPr/>
        </p:nvSpPr>
        <p:spPr>
          <a:xfrm>
            <a:off x="8515350" y="3867150"/>
            <a:ext cx="2705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22C55E"/>
                </a:solidFill>
                <a:latin typeface="Inter"/>
                <a:ea typeface="Inter"/>
                <a:cs typeface="Inter"/>
                <a:sym typeface="Inter"/>
              </a:rPr>
              <a:t>Kiểm tra Slot[7]:</a:t>
            </a:r>
            <a:endParaRPr/>
          </a:p>
        </p:txBody>
      </p:sp>
      <p:sp>
        <p:nvSpPr>
          <p:cNvPr id="99" name="Google Shape;321;p20">
            <a:extLst>
              <a:ext uri="{FF2B5EF4-FFF2-40B4-BE49-F238E27FC236}">
                <a16:creationId xmlns:a16="http://schemas.microsoft.com/office/drawing/2014/main" id="{5C4B68BA-D9E0-486E-85E3-D4942A30CBAC}"/>
              </a:ext>
            </a:extLst>
          </p:cNvPr>
          <p:cNvSpPr txBox="1"/>
          <p:nvPr/>
        </p:nvSpPr>
        <p:spPr>
          <a:xfrm>
            <a:off x="8515350" y="4362450"/>
            <a:ext cx="2705100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bg1"/>
                </a:solidFill>
              </a:rPr>
              <a:t>TRỐNG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00" name="Google Shape;322;p20">
            <a:extLst>
              <a:ext uri="{FF2B5EF4-FFF2-40B4-BE49-F238E27FC236}">
                <a16:creationId xmlns:a16="http://schemas.microsoft.com/office/drawing/2014/main" id="{16DC94BB-4160-4B38-AC3D-4FC3EA6E586A}"/>
              </a:ext>
            </a:extLst>
          </p:cNvPr>
          <p:cNvSpPr txBox="1"/>
          <p:nvPr/>
        </p:nvSpPr>
        <p:spPr>
          <a:xfrm>
            <a:off x="8515350" y="4857750"/>
            <a:ext cx="27051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➔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Thêm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vào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101" name="Google Shape;323;p20" descr="image.png">
            <a:extLst>
              <a:ext uri="{FF2B5EF4-FFF2-40B4-BE49-F238E27FC236}">
                <a16:creationId xmlns:a16="http://schemas.microsoft.com/office/drawing/2014/main" id="{3EBB4BC2-E110-433E-9309-ACE98FF274E1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171575" y="2800350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324;p20" descr="image.png">
            <a:extLst>
              <a:ext uri="{FF2B5EF4-FFF2-40B4-BE49-F238E27FC236}">
                <a16:creationId xmlns:a16="http://schemas.microsoft.com/office/drawing/2014/main" id="{8F82FBC5-B6EB-431D-8D07-09637E39B892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886325" y="2800350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325;p20" descr="image.png">
            <a:extLst>
              <a:ext uri="{FF2B5EF4-FFF2-40B4-BE49-F238E27FC236}">
                <a16:creationId xmlns:a16="http://schemas.microsoft.com/office/drawing/2014/main" id="{CC934A3C-102C-4A97-8394-4569D9B4C9E5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686800" y="280035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208;p18">
            <a:extLst>
              <a:ext uri="{FF2B5EF4-FFF2-40B4-BE49-F238E27FC236}">
                <a16:creationId xmlns:a16="http://schemas.microsoft.com/office/drawing/2014/main" id="{9D12B133-9130-4EB0-96F5-BD476CBCAA88}"/>
              </a:ext>
            </a:extLst>
          </p:cNvPr>
          <p:cNvSpPr txBox="1"/>
          <p:nvPr/>
        </p:nvSpPr>
        <p:spPr>
          <a:xfrm>
            <a:off x="581025" y="1578724"/>
            <a:ext cx="4790598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 err="1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Thêm</a:t>
            </a:r>
            <a:r>
              <a:rPr lang="en-US" sz="2100" b="1" i="0" u="none" strike="noStrike" cap="none" dirty="0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 SP012 "MacBook Pro"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308854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8"/>
          <p:cNvSpPr txBox="1"/>
          <p:nvPr/>
        </p:nvSpPr>
        <p:spPr>
          <a:xfrm>
            <a:off x="581025" y="581025"/>
            <a:ext cx="11581447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dirty="0" err="1">
                <a:solidFill>
                  <a:srgbClr val="89B4FA"/>
                </a:solidFill>
                <a:latin typeface="Roboto Slab"/>
                <a:ea typeface="Roboto Slab"/>
                <a:cs typeface="Roboto Slab"/>
                <a:sym typeface="Roboto Slab"/>
              </a:rPr>
              <a:t>Kết</a:t>
            </a:r>
            <a:r>
              <a:rPr lang="en-US" sz="3150" b="1" dirty="0">
                <a:solidFill>
                  <a:srgbClr val="89B4FA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3150" b="1" dirty="0" err="1">
                <a:solidFill>
                  <a:srgbClr val="89B4FA"/>
                </a:solidFill>
                <a:latin typeface="Roboto Slab"/>
                <a:ea typeface="Roboto Slab"/>
                <a:cs typeface="Roboto Slab"/>
                <a:sym typeface="Roboto Slab"/>
              </a:rPr>
              <a:t>quả</a:t>
            </a:r>
            <a:endParaRPr dirty="0"/>
          </a:p>
        </p:txBody>
      </p:sp>
      <p:sp>
        <p:nvSpPr>
          <p:cNvPr id="178" name="Google Shape;178;p18"/>
          <p:cNvSpPr/>
          <p:nvPr/>
        </p:nvSpPr>
        <p:spPr>
          <a:xfrm>
            <a:off x="581025" y="1247775"/>
            <a:ext cx="11029950" cy="1905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21;p19">
            <a:extLst>
              <a:ext uri="{FF2B5EF4-FFF2-40B4-BE49-F238E27FC236}">
                <a16:creationId xmlns:a16="http://schemas.microsoft.com/office/drawing/2014/main" id="{B1ACEAF6-833F-42D1-BDC2-8B64B1CDFA04}"/>
              </a:ext>
            </a:extLst>
          </p:cNvPr>
          <p:cNvSpPr txBox="1"/>
          <p:nvPr/>
        </p:nvSpPr>
        <p:spPr>
          <a:xfrm>
            <a:off x="581025" y="1247775"/>
            <a:ext cx="110301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Sản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phẩm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SP112 (MacBook)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đã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được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chuyển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từ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vị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trí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2 sang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vị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trí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7.</a:t>
            </a:r>
            <a:endParaRPr dirty="0">
              <a:solidFill>
                <a:schemeClr val="bg1"/>
              </a:solidFill>
            </a:endParaRPr>
          </a:p>
        </p:txBody>
      </p:sp>
      <p:graphicFrame>
        <p:nvGraphicFramePr>
          <p:cNvPr id="29" name="Google Shape;222;p19">
            <a:extLst>
              <a:ext uri="{FF2B5EF4-FFF2-40B4-BE49-F238E27FC236}">
                <a16:creationId xmlns:a16="http://schemas.microsoft.com/office/drawing/2014/main" id="{1C701C98-4FF1-40A5-9B73-0DFF59D04E1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12783614"/>
              </p:ext>
            </p:extLst>
          </p:nvPr>
        </p:nvGraphicFramePr>
        <p:xfrm>
          <a:off x="581100" y="1624000"/>
          <a:ext cx="11029950" cy="513400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85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3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8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35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1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64748B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Index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64748B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Key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64748B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Product Name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64748B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Status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1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 dirty="0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0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E2E8F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SP001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E2E8F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Laptop Dell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E2E8F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OCCUPIED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1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E2E8F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…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E2E8F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…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E2E8F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NONE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1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E2E8F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…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…</a:t>
                      </a:r>
                      <a:endParaRPr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E2E8F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NONE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1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 dirty="0">
                          <a:solidFill>
                            <a:srgbClr val="38BDF8"/>
                          </a:solidFill>
                          <a:latin typeface="JetBrains Mono"/>
                          <a:cs typeface="JetBrains Mono"/>
                          <a:sym typeface="JetBrains Mono"/>
                        </a:rPr>
                        <a:t>3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E2E8F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SP013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 err="1">
                          <a:solidFill>
                            <a:srgbClr val="E2E8F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Iphone</a:t>
                      </a:r>
                      <a:r>
                        <a:rPr lang="en-US" sz="1200" b="0" i="0" u="none" strike="noStrike" cap="none" dirty="0">
                          <a:solidFill>
                            <a:srgbClr val="E2E8F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 15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E2E8F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OCCUPIED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1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 dirty="0">
                          <a:solidFill>
                            <a:srgbClr val="38BDF8"/>
                          </a:solidFill>
                          <a:latin typeface="JetBrains Mono"/>
                          <a:cs typeface="JetBrains Mono"/>
                          <a:sym typeface="JetBrains Mono"/>
                        </a:rPr>
                        <a:t>…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E2E8F0"/>
                          </a:solidFill>
                          <a:latin typeface="JetBrains Mono"/>
                          <a:cs typeface="JetBrains Mono"/>
                          <a:sym typeface="JetBrains Mono"/>
                        </a:rPr>
                        <a:t>…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E2E8F0"/>
                          </a:solidFill>
                          <a:latin typeface="JetBrains Mono"/>
                          <a:cs typeface="JetBrains Mono"/>
                          <a:sym typeface="JetBrains Mono"/>
                        </a:rPr>
                        <a:t>…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E2E8F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NONE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1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 dirty="0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7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E2E8F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SP112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E2E8F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MacBook Pro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E2E8F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OCCUPIED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1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8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E2E8F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-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E2E8F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-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E2E8F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NONE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0" name="Google Shape;224;p19">
            <a:extLst>
              <a:ext uri="{FF2B5EF4-FFF2-40B4-BE49-F238E27FC236}">
                <a16:creationId xmlns:a16="http://schemas.microsoft.com/office/drawing/2014/main" id="{62A70104-FAD0-48BA-B99B-3C0531384676}"/>
              </a:ext>
            </a:extLst>
          </p:cNvPr>
          <p:cNvSpPr/>
          <p:nvPr/>
        </p:nvSpPr>
        <p:spPr>
          <a:xfrm>
            <a:off x="581025" y="2695575"/>
            <a:ext cx="8572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225;p19">
            <a:extLst>
              <a:ext uri="{FF2B5EF4-FFF2-40B4-BE49-F238E27FC236}">
                <a16:creationId xmlns:a16="http://schemas.microsoft.com/office/drawing/2014/main" id="{F3E2F959-A9B8-4E12-82B0-F253EBE99326}"/>
              </a:ext>
            </a:extLst>
          </p:cNvPr>
          <p:cNvSpPr/>
          <p:nvPr/>
        </p:nvSpPr>
        <p:spPr>
          <a:xfrm>
            <a:off x="1438275" y="2695575"/>
            <a:ext cx="235356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226;p19">
            <a:extLst>
              <a:ext uri="{FF2B5EF4-FFF2-40B4-BE49-F238E27FC236}">
                <a16:creationId xmlns:a16="http://schemas.microsoft.com/office/drawing/2014/main" id="{AD1D3DA7-468A-4389-9958-EE1344E1ED7A}"/>
              </a:ext>
            </a:extLst>
          </p:cNvPr>
          <p:cNvSpPr/>
          <p:nvPr/>
        </p:nvSpPr>
        <p:spPr>
          <a:xfrm>
            <a:off x="3791842" y="2695575"/>
            <a:ext cx="418400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227;p19">
            <a:extLst>
              <a:ext uri="{FF2B5EF4-FFF2-40B4-BE49-F238E27FC236}">
                <a16:creationId xmlns:a16="http://schemas.microsoft.com/office/drawing/2014/main" id="{59AAF436-0DBB-4EB9-971E-D80AAB3AAABC}"/>
              </a:ext>
            </a:extLst>
          </p:cNvPr>
          <p:cNvSpPr/>
          <p:nvPr/>
        </p:nvSpPr>
        <p:spPr>
          <a:xfrm>
            <a:off x="7975848" y="2695575"/>
            <a:ext cx="363512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228;p19">
            <a:extLst>
              <a:ext uri="{FF2B5EF4-FFF2-40B4-BE49-F238E27FC236}">
                <a16:creationId xmlns:a16="http://schemas.microsoft.com/office/drawing/2014/main" id="{B0F32306-186A-4447-93B2-953FAD6FC253}"/>
              </a:ext>
            </a:extLst>
          </p:cNvPr>
          <p:cNvSpPr/>
          <p:nvPr/>
        </p:nvSpPr>
        <p:spPr>
          <a:xfrm>
            <a:off x="581025" y="3352800"/>
            <a:ext cx="8572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229;p19">
            <a:extLst>
              <a:ext uri="{FF2B5EF4-FFF2-40B4-BE49-F238E27FC236}">
                <a16:creationId xmlns:a16="http://schemas.microsoft.com/office/drawing/2014/main" id="{6F3282DC-55AC-4795-9A71-EC099E92507A}"/>
              </a:ext>
            </a:extLst>
          </p:cNvPr>
          <p:cNvSpPr/>
          <p:nvPr/>
        </p:nvSpPr>
        <p:spPr>
          <a:xfrm>
            <a:off x="581025" y="2800350"/>
            <a:ext cx="8572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230;p19">
            <a:extLst>
              <a:ext uri="{FF2B5EF4-FFF2-40B4-BE49-F238E27FC236}">
                <a16:creationId xmlns:a16="http://schemas.microsoft.com/office/drawing/2014/main" id="{F3174191-B339-40E4-92B8-4062CD87B856}"/>
              </a:ext>
            </a:extLst>
          </p:cNvPr>
          <p:cNvSpPr/>
          <p:nvPr/>
        </p:nvSpPr>
        <p:spPr>
          <a:xfrm>
            <a:off x="581025" y="2800350"/>
            <a:ext cx="9525" cy="56197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231;p19">
            <a:extLst>
              <a:ext uri="{FF2B5EF4-FFF2-40B4-BE49-F238E27FC236}">
                <a16:creationId xmlns:a16="http://schemas.microsoft.com/office/drawing/2014/main" id="{F0704534-B4DB-4991-8361-7F2AEA13DD68}"/>
              </a:ext>
            </a:extLst>
          </p:cNvPr>
          <p:cNvSpPr/>
          <p:nvPr/>
        </p:nvSpPr>
        <p:spPr>
          <a:xfrm>
            <a:off x="1438275" y="3352800"/>
            <a:ext cx="235356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232;p19">
            <a:extLst>
              <a:ext uri="{FF2B5EF4-FFF2-40B4-BE49-F238E27FC236}">
                <a16:creationId xmlns:a16="http://schemas.microsoft.com/office/drawing/2014/main" id="{7A4A18BB-0C67-4770-8B44-9EEB9F44AA9D}"/>
              </a:ext>
            </a:extLst>
          </p:cNvPr>
          <p:cNvSpPr/>
          <p:nvPr/>
        </p:nvSpPr>
        <p:spPr>
          <a:xfrm>
            <a:off x="1438275" y="2800350"/>
            <a:ext cx="235356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233;p19">
            <a:extLst>
              <a:ext uri="{FF2B5EF4-FFF2-40B4-BE49-F238E27FC236}">
                <a16:creationId xmlns:a16="http://schemas.microsoft.com/office/drawing/2014/main" id="{A2C26B11-D3F9-4394-9E05-6B268C6B2F3D}"/>
              </a:ext>
            </a:extLst>
          </p:cNvPr>
          <p:cNvSpPr/>
          <p:nvPr/>
        </p:nvSpPr>
        <p:spPr>
          <a:xfrm>
            <a:off x="3791842" y="3352800"/>
            <a:ext cx="418400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234;p19">
            <a:extLst>
              <a:ext uri="{FF2B5EF4-FFF2-40B4-BE49-F238E27FC236}">
                <a16:creationId xmlns:a16="http://schemas.microsoft.com/office/drawing/2014/main" id="{A64CE70F-7CCA-4C62-B118-E03B347C9F9F}"/>
              </a:ext>
            </a:extLst>
          </p:cNvPr>
          <p:cNvSpPr/>
          <p:nvPr/>
        </p:nvSpPr>
        <p:spPr>
          <a:xfrm>
            <a:off x="3791842" y="2800350"/>
            <a:ext cx="418400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235;p19">
            <a:extLst>
              <a:ext uri="{FF2B5EF4-FFF2-40B4-BE49-F238E27FC236}">
                <a16:creationId xmlns:a16="http://schemas.microsoft.com/office/drawing/2014/main" id="{661B1C02-F085-4FA7-8F96-009C89BC37D6}"/>
              </a:ext>
            </a:extLst>
          </p:cNvPr>
          <p:cNvSpPr/>
          <p:nvPr/>
        </p:nvSpPr>
        <p:spPr>
          <a:xfrm>
            <a:off x="7975848" y="3352800"/>
            <a:ext cx="363512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236;p19">
            <a:extLst>
              <a:ext uri="{FF2B5EF4-FFF2-40B4-BE49-F238E27FC236}">
                <a16:creationId xmlns:a16="http://schemas.microsoft.com/office/drawing/2014/main" id="{E5928327-7B95-4A5A-B624-57A5909C4D62}"/>
              </a:ext>
            </a:extLst>
          </p:cNvPr>
          <p:cNvSpPr/>
          <p:nvPr/>
        </p:nvSpPr>
        <p:spPr>
          <a:xfrm>
            <a:off x="7975848" y="2800350"/>
            <a:ext cx="363512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237;p19">
            <a:extLst>
              <a:ext uri="{FF2B5EF4-FFF2-40B4-BE49-F238E27FC236}">
                <a16:creationId xmlns:a16="http://schemas.microsoft.com/office/drawing/2014/main" id="{EA3BB003-CFB6-431B-89B0-C7ECEEB0FD8D}"/>
              </a:ext>
            </a:extLst>
          </p:cNvPr>
          <p:cNvSpPr/>
          <p:nvPr/>
        </p:nvSpPr>
        <p:spPr>
          <a:xfrm>
            <a:off x="11601450" y="2800350"/>
            <a:ext cx="9525" cy="56197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238;p19">
            <a:extLst>
              <a:ext uri="{FF2B5EF4-FFF2-40B4-BE49-F238E27FC236}">
                <a16:creationId xmlns:a16="http://schemas.microsoft.com/office/drawing/2014/main" id="{A325F155-83AC-41F3-B810-D8570DC70275}"/>
              </a:ext>
            </a:extLst>
          </p:cNvPr>
          <p:cNvSpPr/>
          <p:nvPr/>
        </p:nvSpPr>
        <p:spPr>
          <a:xfrm>
            <a:off x="581025" y="4010025"/>
            <a:ext cx="8572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239;p19">
            <a:extLst>
              <a:ext uri="{FF2B5EF4-FFF2-40B4-BE49-F238E27FC236}">
                <a16:creationId xmlns:a16="http://schemas.microsoft.com/office/drawing/2014/main" id="{B3DD71E7-FA9C-46D7-914D-E9FBF762FD8D}"/>
              </a:ext>
            </a:extLst>
          </p:cNvPr>
          <p:cNvSpPr/>
          <p:nvPr/>
        </p:nvSpPr>
        <p:spPr>
          <a:xfrm>
            <a:off x="581025" y="3457575"/>
            <a:ext cx="8572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240;p19">
            <a:extLst>
              <a:ext uri="{FF2B5EF4-FFF2-40B4-BE49-F238E27FC236}">
                <a16:creationId xmlns:a16="http://schemas.microsoft.com/office/drawing/2014/main" id="{B85F6CA0-98B2-46C4-B1F9-8722F70B64F2}"/>
              </a:ext>
            </a:extLst>
          </p:cNvPr>
          <p:cNvSpPr/>
          <p:nvPr/>
        </p:nvSpPr>
        <p:spPr>
          <a:xfrm>
            <a:off x="581025" y="3457575"/>
            <a:ext cx="9525" cy="56197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241;p19">
            <a:extLst>
              <a:ext uri="{FF2B5EF4-FFF2-40B4-BE49-F238E27FC236}">
                <a16:creationId xmlns:a16="http://schemas.microsoft.com/office/drawing/2014/main" id="{73715AE5-BB06-441E-95F0-479908FC9DB3}"/>
              </a:ext>
            </a:extLst>
          </p:cNvPr>
          <p:cNvSpPr/>
          <p:nvPr/>
        </p:nvSpPr>
        <p:spPr>
          <a:xfrm>
            <a:off x="1438275" y="4010025"/>
            <a:ext cx="235356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242;p19">
            <a:extLst>
              <a:ext uri="{FF2B5EF4-FFF2-40B4-BE49-F238E27FC236}">
                <a16:creationId xmlns:a16="http://schemas.microsoft.com/office/drawing/2014/main" id="{1CD1AB51-DB6B-4C20-93EE-0D3B4B59DD3C}"/>
              </a:ext>
            </a:extLst>
          </p:cNvPr>
          <p:cNvSpPr/>
          <p:nvPr/>
        </p:nvSpPr>
        <p:spPr>
          <a:xfrm>
            <a:off x="1438275" y="3457575"/>
            <a:ext cx="235356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243;p19">
            <a:extLst>
              <a:ext uri="{FF2B5EF4-FFF2-40B4-BE49-F238E27FC236}">
                <a16:creationId xmlns:a16="http://schemas.microsoft.com/office/drawing/2014/main" id="{FD14E950-1145-4AD9-A199-12B44D9CDF93}"/>
              </a:ext>
            </a:extLst>
          </p:cNvPr>
          <p:cNvSpPr/>
          <p:nvPr/>
        </p:nvSpPr>
        <p:spPr>
          <a:xfrm>
            <a:off x="3791842" y="4010025"/>
            <a:ext cx="418400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244;p19">
            <a:extLst>
              <a:ext uri="{FF2B5EF4-FFF2-40B4-BE49-F238E27FC236}">
                <a16:creationId xmlns:a16="http://schemas.microsoft.com/office/drawing/2014/main" id="{ACF58ADD-9FB3-457B-8E44-92493B51F8B2}"/>
              </a:ext>
            </a:extLst>
          </p:cNvPr>
          <p:cNvSpPr/>
          <p:nvPr/>
        </p:nvSpPr>
        <p:spPr>
          <a:xfrm>
            <a:off x="3791842" y="3457575"/>
            <a:ext cx="418400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245;p19">
            <a:extLst>
              <a:ext uri="{FF2B5EF4-FFF2-40B4-BE49-F238E27FC236}">
                <a16:creationId xmlns:a16="http://schemas.microsoft.com/office/drawing/2014/main" id="{AAD1C52D-6FC2-4E26-9D18-25C5EDE18B93}"/>
              </a:ext>
            </a:extLst>
          </p:cNvPr>
          <p:cNvSpPr/>
          <p:nvPr/>
        </p:nvSpPr>
        <p:spPr>
          <a:xfrm>
            <a:off x="7975848" y="4010025"/>
            <a:ext cx="363512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246;p19">
            <a:extLst>
              <a:ext uri="{FF2B5EF4-FFF2-40B4-BE49-F238E27FC236}">
                <a16:creationId xmlns:a16="http://schemas.microsoft.com/office/drawing/2014/main" id="{B84BFD4B-6D7C-4326-A06F-EF2310AA94CA}"/>
              </a:ext>
            </a:extLst>
          </p:cNvPr>
          <p:cNvSpPr/>
          <p:nvPr/>
        </p:nvSpPr>
        <p:spPr>
          <a:xfrm>
            <a:off x="7975848" y="3457575"/>
            <a:ext cx="363512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247;p19">
            <a:extLst>
              <a:ext uri="{FF2B5EF4-FFF2-40B4-BE49-F238E27FC236}">
                <a16:creationId xmlns:a16="http://schemas.microsoft.com/office/drawing/2014/main" id="{A0D8FB65-5EE9-4D41-A1F8-9022FEFF68F1}"/>
              </a:ext>
            </a:extLst>
          </p:cNvPr>
          <p:cNvSpPr/>
          <p:nvPr/>
        </p:nvSpPr>
        <p:spPr>
          <a:xfrm>
            <a:off x="11601450" y="3457575"/>
            <a:ext cx="9525" cy="56197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248;p19">
            <a:extLst>
              <a:ext uri="{FF2B5EF4-FFF2-40B4-BE49-F238E27FC236}">
                <a16:creationId xmlns:a16="http://schemas.microsoft.com/office/drawing/2014/main" id="{50766B03-C0BE-4F76-AF9B-E5A3ED500D1C}"/>
              </a:ext>
            </a:extLst>
          </p:cNvPr>
          <p:cNvSpPr/>
          <p:nvPr/>
        </p:nvSpPr>
        <p:spPr>
          <a:xfrm>
            <a:off x="581025" y="4667250"/>
            <a:ext cx="8572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249;p19">
            <a:extLst>
              <a:ext uri="{FF2B5EF4-FFF2-40B4-BE49-F238E27FC236}">
                <a16:creationId xmlns:a16="http://schemas.microsoft.com/office/drawing/2014/main" id="{17958753-ACF4-480C-A9F7-88428EF055C8}"/>
              </a:ext>
            </a:extLst>
          </p:cNvPr>
          <p:cNvSpPr/>
          <p:nvPr/>
        </p:nvSpPr>
        <p:spPr>
          <a:xfrm>
            <a:off x="581025" y="4114800"/>
            <a:ext cx="8572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250;p19">
            <a:extLst>
              <a:ext uri="{FF2B5EF4-FFF2-40B4-BE49-F238E27FC236}">
                <a16:creationId xmlns:a16="http://schemas.microsoft.com/office/drawing/2014/main" id="{26118EBF-DF59-48FB-B7DE-7CE6271A7672}"/>
              </a:ext>
            </a:extLst>
          </p:cNvPr>
          <p:cNvSpPr/>
          <p:nvPr/>
        </p:nvSpPr>
        <p:spPr>
          <a:xfrm>
            <a:off x="581025" y="4114800"/>
            <a:ext cx="9525" cy="56197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251;p19">
            <a:extLst>
              <a:ext uri="{FF2B5EF4-FFF2-40B4-BE49-F238E27FC236}">
                <a16:creationId xmlns:a16="http://schemas.microsoft.com/office/drawing/2014/main" id="{E2DA123C-877B-4F4E-88BF-8B6B73D59433}"/>
              </a:ext>
            </a:extLst>
          </p:cNvPr>
          <p:cNvSpPr/>
          <p:nvPr/>
        </p:nvSpPr>
        <p:spPr>
          <a:xfrm>
            <a:off x="1438275" y="4667250"/>
            <a:ext cx="235356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252;p19">
            <a:extLst>
              <a:ext uri="{FF2B5EF4-FFF2-40B4-BE49-F238E27FC236}">
                <a16:creationId xmlns:a16="http://schemas.microsoft.com/office/drawing/2014/main" id="{41BC8D99-DE2D-4452-A5F1-ED344E1814F5}"/>
              </a:ext>
            </a:extLst>
          </p:cNvPr>
          <p:cNvSpPr/>
          <p:nvPr/>
        </p:nvSpPr>
        <p:spPr>
          <a:xfrm>
            <a:off x="1438275" y="4114800"/>
            <a:ext cx="235356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253;p19">
            <a:extLst>
              <a:ext uri="{FF2B5EF4-FFF2-40B4-BE49-F238E27FC236}">
                <a16:creationId xmlns:a16="http://schemas.microsoft.com/office/drawing/2014/main" id="{1FE0E9DE-ECB3-4C63-A6AE-7D203CA636C0}"/>
              </a:ext>
            </a:extLst>
          </p:cNvPr>
          <p:cNvSpPr/>
          <p:nvPr/>
        </p:nvSpPr>
        <p:spPr>
          <a:xfrm>
            <a:off x="3791842" y="4667250"/>
            <a:ext cx="418400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254;p19">
            <a:extLst>
              <a:ext uri="{FF2B5EF4-FFF2-40B4-BE49-F238E27FC236}">
                <a16:creationId xmlns:a16="http://schemas.microsoft.com/office/drawing/2014/main" id="{93E88098-476D-4206-BF60-F2E496C66342}"/>
              </a:ext>
            </a:extLst>
          </p:cNvPr>
          <p:cNvSpPr/>
          <p:nvPr/>
        </p:nvSpPr>
        <p:spPr>
          <a:xfrm>
            <a:off x="3791842" y="4114800"/>
            <a:ext cx="418400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255;p19">
            <a:extLst>
              <a:ext uri="{FF2B5EF4-FFF2-40B4-BE49-F238E27FC236}">
                <a16:creationId xmlns:a16="http://schemas.microsoft.com/office/drawing/2014/main" id="{0759D76B-9F00-4274-83C7-6EFEAC9F79CE}"/>
              </a:ext>
            </a:extLst>
          </p:cNvPr>
          <p:cNvSpPr/>
          <p:nvPr/>
        </p:nvSpPr>
        <p:spPr>
          <a:xfrm>
            <a:off x="7975848" y="4667250"/>
            <a:ext cx="363512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256;p19">
            <a:extLst>
              <a:ext uri="{FF2B5EF4-FFF2-40B4-BE49-F238E27FC236}">
                <a16:creationId xmlns:a16="http://schemas.microsoft.com/office/drawing/2014/main" id="{ADA1BE61-3881-46E2-96EF-A823467E61E4}"/>
              </a:ext>
            </a:extLst>
          </p:cNvPr>
          <p:cNvSpPr/>
          <p:nvPr/>
        </p:nvSpPr>
        <p:spPr>
          <a:xfrm>
            <a:off x="7975848" y="4114800"/>
            <a:ext cx="363512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257;p19">
            <a:extLst>
              <a:ext uri="{FF2B5EF4-FFF2-40B4-BE49-F238E27FC236}">
                <a16:creationId xmlns:a16="http://schemas.microsoft.com/office/drawing/2014/main" id="{68B1A904-913A-4418-91D2-0FBA78D9DB6D}"/>
              </a:ext>
            </a:extLst>
          </p:cNvPr>
          <p:cNvSpPr/>
          <p:nvPr/>
        </p:nvSpPr>
        <p:spPr>
          <a:xfrm>
            <a:off x="11601450" y="4114800"/>
            <a:ext cx="9525" cy="56197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258;p19">
            <a:extLst>
              <a:ext uri="{FF2B5EF4-FFF2-40B4-BE49-F238E27FC236}">
                <a16:creationId xmlns:a16="http://schemas.microsoft.com/office/drawing/2014/main" id="{D0B3FC75-F6CB-4326-BC51-076A1CE48318}"/>
              </a:ext>
            </a:extLst>
          </p:cNvPr>
          <p:cNvSpPr/>
          <p:nvPr/>
        </p:nvSpPr>
        <p:spPr>
          <a:xfrm>
            <a:off x="581025" y="5267325"/>
            <a:ext cx="8572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259;p19">
            <a:extLst>
              <a:ext uri="{FF2B5EF4-FFF2-40B4-BE49-F238E27FC236}">
                <a16:creationId xmlns:a16="http://schemas.microsoft.com/office/drawing/2014/main" id="{B905866D-358E-4C5A-863A-DF6DA51B31CD}"/>
              </a:ext>
            </a:extLst>
          </p:cNvPr>
          <p:cNvSpPr/>
          <p:nvPr/>
        </p:nvSpPr>
        <p:spPr>
          <a:xfrm>
            <a:off x="581025" y="4772025"/>
            <a:ext cx="8572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260;p19">
            <a:extLst>
              <a:ext uri="{FF2B5EF4-FFF2-40B4-BE49-F238E27FC236}">
                <a16:creationId xmlns:a16="http://schemas.microsoft.com/office/drawing/2014/main" id="{EF6D82E1-DAB7-407A-811F-78B3A0AD2B98}"/>
              </a:ext>
            </a:extLst>
          </p:cNvPr>
          <p:cNvSpPr/>
          <p:nvPr/>
        </p:nvSpPr>
        <p:spPr>
          <a:xfrm>
            <a:off x="581025" y="4772025"/>
            <a:ext cx="9525" cy="5048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261;p19">
            <a:extLst>
              <a:ext uri="{FF2B5EF4-FFF2-40B4-BE49-F238E27FC236}">
                <a16:creationId xmlns:a16="http://schemas.microsoft.com/office/drawing/2014/main" id="{9E637E13-DDBE-433E-8AD2-A39F4B02BAE8}"/>
              </a:ext>
            </a:extLst>
          </p:cNvPr>
          <p:cNvSpPr/>
          <p:nvPr/>
        </p:nvSpPr>
        <p:spPr>
          <a:xfrm>
            <a:off x="1438275" y="5267325"/>
            <a:ext cx="235356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262;p19">
            <a:extLst>
              <a:ext uri="{FF2B5EF4-FFF2-40B4-BE49-F238E27FC236}">
                <a16:creationId xmlns:a16="http://schemas.microsoft.com/office/drawing/2014/main" id="{AFC27AA3-9169-48A3-8A47-0C7A12FC2A2D}"/>
              </a:ext>
            </a:extLst>
          </p:cNvPr>
          <p:cNvSpPr/>
          <p:nvPr/>
        </p:nvSpPr>
        <p:spPr>
          <a:xfrm>
            <a:off x="1438275" y="4772025"/>
            <a:ext cx="235356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263;p19">
            <a:extLst>
              <a:ext uri="{FF2B5EF4-FFF2-40B4-BE49-F238E27FC236}">
                <a16:creationId xmlns:a16="http://schemas.microsoft.com/office/drawing/2014/main" id="{77D5845C-950F-4754-A7FC-1364D75F10B4}"/>
              </a:ext>
            </a:extLst>
          </p:cNvPr>
          <p:cNvSpPr/>
          <p:nvPr/>
        </p:nvSpPr>
        <p:spPr>
          <a:xfrm>
            <a:off x="3791842" y="5267325"/>
            <a:ext cx="418400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264;p19">
            <a:extLst>
              <a:ext uri="{FF2B5EF4-FFF2-40B4-BE49-F238E27FC236}">
                <a16:creationId xmlns:a16="http://schemas.microsoft.com/office/drawing/2014/main" id="{6866F608-FB6C-407C-8D24-A6A3FB351D4C}"/>
              </a:ext>
            </a:extLst>
          </p:cNvPr>
          <p:cNvSpPr/>
          <p:nvPr/>
        </p:nvSpPr>
        <p:spPr>
          <a:xfrm>
            <a:off x="3791842" y="4772025"/>
            <a:ext cx="418400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265;p19">
            <a:extLst>
              <a:ext uri="{FF2B5EF4-FFF2-40B4-BE49-F238E27FC236}">
                <a16:creationId xmlns:a16="http://schemas.microsoft.com/office/drawing/2014/main" id="{214032E9-2A68-4336-A5A9-D8513B6173C0}"/>
              </a:ext>
            </a:extLst>
          </p:cNvPr>
          <p:cNvSpPr/>
          <p:nvPr/>
        </p:nvSpPr>
        <p:spPr>
          <a:xfrm>
            <a:off x="7975848" y="5267325"/>
            <a:ext cx="363512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266;p19">
            <a:extLst>
              <a:ext uri="{FF2B5EF4-FFF2-40B4-BE49-F238E27FC236}">
                <a16:creationId xmlns:a16="http://schemas.microsoft.com/office/drawing/2014/main" id="{CC1F2B12-B70A-4C17-A0B0-4E9DE186E8F0}"/>
              </a:ext>
            </a:extLst>
          </p:cNvPr>
          <p:cNvSpPr/>
          <p:nvPr/>
        </p:nvSpPr>
        <p:spPr>
          <a:xfrm>
            <a:off x="7975848" y="4772025"/>
            <a:ext cx="363512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267;p19">
            <a:extLst>
              <a:ext uri="{FF2B5EF4-FFF2-40B4-BE49-F238E27FC236}">
                <a16:creationId xmlns:a16="http://schemas.microsoft.com/office/drawing/2014/main" id="{80A0302C-0494-4D25-998E-E3F72C9AA806}"/>
              </a:ext>
            </a:extLst>
          </p:cNvPr>
          <p:cNvSpPr/>
          <p:nvPr/>
        </p:nvSpPr>
        <p:spPr>
          <a:xfrm>
            <a:off x="11601450" y="4772025"/>
            <a:ext cx="9525" cy="5048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268;p19">
            <a:extLst>
              <a:ext uri="{FF2B5EF4-FFF2-40B4-BE49-F238E27FC236}">
                <a16:creationId xmlns:a16="http://schemas.microsoft.com/office/drawing/2014/main" id="{786BA7E3-F011-447C-930F-E3D6B67300A9}"/>
              </a:ext>
            </a:extLst>
          </p:cNvPr>
          <p:cNvSpPr/>
          <p:nvPr/>
        </p:nvSpPr>
        <p:spPr>
          <a:xfrm>
            <a:off x="581025" y="5924550"/>
            <a:ext cx="8572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269;p19">
            <a:extLst>
              <a:ext uri="{FF2B5EF4-FFF2-40B4-BE49-F238E27FC236}">
                <a16:creationId xmlns:a16="http://schemas.microsoft.com/office/drawing/2014/main" id="{FE16F9D0-8709-4021-8264-4BF85A3728ED}"/>
              </a:ext>
            </a:extLst>
          </p:cNvPr>
          <p:cNvSpPr/>
          <p:nvPr/>
        </p:nvSpPr>
        <p:spPr>
          <a:xfrm>
            <a:off x="581025" y="5372100"/>
            <a:ext cx="8572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270;p19">
            <a:extLst>
              <a:ext uri="{FF2B5EF4-FFF2-40B4-BE49-F238E27FC236}">
                <a16:creationId xmlns:a16="http://schemas.microsoft.com/office/drawing/2014/main" id="{F70D9236-FC66-4926-AA6F-26B61E0CC1E7}"/>
              </a:ext>
            </a:extLst>
          </p:cNvPr>
          <p:cNvSpPr/>
          <p:nvPr/>
        </p:nvSpPr>
        <p:spPr>
          <a:xfrm>
            <a:off x="581025" y="5372100"/>
            <a:ext cx="9525" cy="56197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271;p19">
            <a:extLst>
              <a:ext uri="{FF2B5EF4-FFF2-40B4-BE49-F238E27FC236}">
                <a16:creationId xmlns:a16="http://schemas.microsoft.com/office/drawing/2014/main" id="{C37A3F67-CCF2-4A8B-A740-1B3D2E16C089}"/>
              </a:ext>
            </a:extLst>
          </p:cNvPr>
          <p:cNvSpPr/>
          <p:nvPr/>
        </p:nvSpPr>
        <p:spPr>
          <a:xfrm>
            <a:off x="1438275" y="5924550"/>
            <a:ext cx="235356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272;p19">
            <a:extLst>
              <a:ext uri="{FF2B5EF4-FFF2-40B4-BE49-F238E27FC236}">
                <a16:creationId xmlns:a16="http://schemas.microsoft.com/office/drawing/2014/main" id="{82BE9EEF-6765-4754-9B90-3BF0AF13457C}"/>
              </a:ext>
            </a:extLst>
          </p:cNvPr>
          <p:cNvSpPr/>
          <p:nvPr/>
        </p:nvSpPr>
        <p:spPr>
          <a:xfrm>
            <a:off x="1438275" y="5372100"/>
            <a:ext cx="235356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273;p19">
            <a:extLst>
              <a:ext uri="{FF2B5EF4-FFF2-40B4-BE49-F238E27FC236}">
                <a16:creationId xmlns:a16="http://schemas.microsoft.com/office/drawing/2014/main" id="{B06AA4A5-64D3-40B0-B95C-E3C2F7052231}"/>
              </a:ext>
            </a:extLst>
          </p:cNvPr>
          <p:cNvSpPr/>
          <p:nvPr/>
        </p:nvSpPr>
        <p:spPr>
          <a:xfrm>
            <a:off x="3791842" y="5924550"/>
            <a:ext cx="418400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274;p19">
            <a:extLst>
              <a:ext uri="{FF2B5EF4-FFF2-40B4-BE49-F238E27FC236}">
                <a16:creationId xmlns:a16="http://schemas.microsoft.com/office/drawing/2014/main" id="{5696DA19-4618-4031-97ED-184B37F07FEC}"/>
              </a:ext>
            </a:extLst>
          </p:cNvPr>
          <p:cNvSpPr/>
          <p:nvPr/>
        </p:nvSpPr>
        <p:spPr>
          <a:xfrm>
            <a:off x="3791842" y="5372100"/>
            <a:ext cx="418400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275;p19">
            <a:extLst>
              <a:ext uri="{FF2B5EF4-FFF2-40B4-BE49-F238E27FC236}">
                <a16:creationId xmlns:a16="http://schemas.microsoft.com/office/drawing/2014/main" id="{BF334338-F13F-449E-A26C-20CAF8CBB443}"/>
              </a:ext>
            </a:extLst>
          </p:cNvPr>
          <p:cNvSpPr/>
          <p:nvPr/>
        </p:nvSpPr>
        <p:spPr>
          <a:xfrm>
            <a:off x="7975848" y="5924550"/>
            <a:ext cx="363512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276;p19">
            <a:extLst>
              <a:ext uri="{FF2B5EF4-FFF2-40B4-BE49-F238E27FC236}">
                <a16:creationId xmlns:a16="http://schemas.microsoft.com/office/drawing/2014/main" id="{87E6A4BB-AF6D-4BB6-B8E8-413673C812FA}"/>
              </a:ext>
            </a:extLst>
          </p:cNvPr>
          <p:cNvSpPr/>
          <p:nvPr/>
        </p:nvSpPr>
        <p:spPr>
          <a:xfrm>
            <a:off x="7975848" y="5372100"/>
            <a:ext cx="363512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277;p19">
            <a:extLst>
              <a:ext uri="{FF2B5EF4-FFF2-40B4-BE49-F238E27FC236}">
                <a16:creationId xmlns:a16="http://schemas.microsoft.com/office/drawing/2014/main" id="{A3455CEE-4F17-4958-9F25-3779EE14E584}"/>
              </a:ext>
            </a:extLst>
          </p:cNvPr>
          <p:cNvSpPr/>
          <p:nvPr/>
        </p:nvSpPr>
        <p:spPr>
          <a:xfrm>
            <a:off x="11601450" y="5372100"/>
            <a:ext cx="9525" cy="56197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278;p19">
            <a:extLst>
              <a:ext uri="{FF2B5EF4-FFF2-40B4-BE49-F238E27FC236}">
                <a16:creationId xmlns:a16="http://schemas.microsoft.com/office/drawing/2014/main" id="{241F71A8-779A-4CA5-B94E-C67A26684757}"/>
              </a:ext>
            </a:extLst>
          </p:cNvPr>
          <p:cNvSpPr/>
          <p:nvPr/>
        </p:nvSpPr>
        <p:spPr>
          <a:xfrm>
            <a:off x="581025" y="6581775"/>
            <a:ext cx="857250" cy="95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279;p19">
            <a:extLst>
              <a:ext uri="{FF2B5EF4-FFF2-40B4-BE49-F238E27FC236}">
                <a16:creationId xmlns:a16="http://schemas.microsoft.com/office/drawing/2014/main" id="{E9B85EE3-9CA8-428A-9CF7-816544AD03F2}"/>
              </a:ext>
            </a:extLst>
          </p:cNvPr>
          <p:cNvSpPr/>
          <p:nvPr/>
        </p:nvSpPr>
        <p:spPr>
          <a:xfrm>
            <a:off x="581025" y="6029325"/>
            <a:ext cx="857250" cy="95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280;p19">
            <a:extLst>
              <a:ext uri="{FF2B5EF4-FFF2-40B4-BE49-F238E27FC236}">
                <a16:creationId xmlns:a16="http://schemas.microsoft.com/office/drawing/2014/main" id="{27475A95-3731-4308-94DF-5E68DB531973}"/>
              </a:ext>
            </a:extLst>
          </p:cNvPr>
          <p:cNvSpPr/>
          <p:nvPr/>
        </p:nvSpPr>
        <p:spPr>
          <a:xfrm>
            <a:off x="581025" y="6029325"/>
            <a:ext cx="9525" cy="5619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281;p19">
            <a:extLst>
              <a:ext uri="{FF2B5EF4-FFF2-40B4-BE49-F238E27FC236}">
                <a16:creationId xmlns:a16="http://schemas.microsoft.com/office/drawing/2014/main" id="{6AF6EB6E-28EC-4C46-AE9B-12EA25D81C13}"/>
              </a:ext>
            </a:extLst>
          </p:cNvPr>
          <p:cNvSpPr/>
          <p:nvPr/>
        </p:nvSpPr>
        <p:spPr>
          <a:xfrm>
            <a:off x="1438275" y="6581775"/>
            <a:ext cx="2353567" cy="95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282;p19">
            <a:extLst>
              <a:ext uri="{FF2B5EF4-FFF2-40B4-BE49-F238E27FC236}">
                <a16:creationId xmlns:a16="http://schemas.microsoft.com/office/drawing/2014/main" id="{21F8615C-6364-4EE9-9218-CD2D933B6FDD}"/>
              </a:ext>
            </a:extLst>
          </p:cNvPr>
          <p:cNvSpPr/>
          <p:nvPr/>
        </p:nvSpPr>
        <p:spPr>
          <a:xfrm>
            <a:off x="1438275" y="6029325"/>
            <a:ext cx="2353567" cy="95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283;p19">
            <a:extLst>
              <a:ext uri="{FF2B5EF4-FFF2-40B4-BE49-F238E27FC236}">
                <a16:creationId xmlns:a16="http://schemas.microsoft.com/office/drawing/2014/main" id="{2569569C-6CE0-4976-BCBA-CF9A83C22CD3}"/>
              </a:ext>
            </a:extLst>
          </p:cNvPr>
          <p:cNvSpPr/>
          <p:nvPr/>
        </p:nvSpPr>
        <p:spPr>
          <a:xfrm>
            <a:off x="3791842" y="6581775"/>
            <a:ext cx="4184005" cy="95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284;p19">
            <a:extLst>
              <a:ext uri="{FF2B5EF4-FFF2-40B4-BE49-F238E27FC236}">
                <a16:creationId xmlns:a16="http://schemas.microsoft.com/office/drawing/2014/main" id="{45E0EFE4-7829-4D6F-A3D2-F25A20F78E85}"/>
              </a:ext>
            </a:extLst>
          </p:cNvPr>
          <p:cNvSpPr/>
          <p:nvPr/>
        </p:nvSpPr>
        <p:spPr>
          <a:xfrm>
            <a:off x="3791842" y="6029325"/>
            <a:ext cx="4184005" cy="95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285;p19">
            <a:extLst>
              <a:ext uri="{FF2B5EF4-FFF2-40B4-BE49-F238E27FC236}">
                <a16:creationId xmlns:a16="http://schemas.microsoft.com/office/drawing/2014/main" id="{0DF473D3-FFAB-4CB1-BE81-694E4DE0C1ED}"/>
              </a:ext>
            </a:extLst>
          </p:cNvPr>
          <p:cNvSpPr/>
          <p:nvPr/>
        </p:nvSpPr>
        <p:spPr>
          <a:xfrm>
            <a:off x="7975848" y="6581775"/>
            <a:ext cx="3635126" cy="95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286;p19">
            <a:extLst>
              <a:ext uri="{FF2B5EF4-FFF2-40B4-BE49-F238E27FC236}">
                <a16:creationId xmlns:a16="http://schemas.microsoft.com/office/drawing/2014/main" id="{3E73DB4E-827A-4E77-B509-610AFD6F1BFD}"/>
              </a:ext>
            </a:extLst>
          </p:cNvPr>
          <p:cNvSpPr/>
          <p:nvPr/>
        </p:nvSpPr>
        <p:spPr>
          <a:xfrm>
            <a:off x="7975848" y="6029325"/>
            <a:ext cx="3635126" cy="95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287;p19">
            <a:extLst>
              <a:ext uri="{FF2B5EF4-FFF2-40B4-BE49-F238E27FC236}">
                <a16:creationId xmlns:a16="http://schemas.microsoft.com/office/drawing/2014/main" id="{3016A37B-8966-41DA-8D5F-40152CB551F7}"/>
              </a:ext>
            </a:extLst>
          </p:cNvPr>
          <p:cNvSpPr/>
          <p:nvPr/>
        </p:nvSpPr>
        <p:spPr>
          <a:xfrm>
            <a:off x="11601450" y="6029325"/>
            <a:ext cx="9525" cy="5619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289;p19">
            <a:extLst>
              <a:ext uri="{FF2B5EF4-FFF2-40B4-BE49-F238E27FC236}">
                <a16:creationId xmlns:a16="http://schemas.microsoft.com/office/drawing/2014/main" id="{21DB5E4F-EE48-4093-AD4F-6AA180483A63}"/>
              </a:ext>
            </a:extLst>
          </p:cNvPr>
          <p:cNvSpPr/>
          <p:nvPr/>
        </p:nvSpPr>
        <p:spPr>
          <a:xfrm>
            <a:off x="581025" y="6686550"/>
            <a:ext cx="8572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292;p19">
            <a:extLst>
              <a:ext uri="{FF2B5EF4-FFF2-40B4-BE49-F238E27FC236}">
                <a16:creationId xmlns:a16="http://schemas.microsoft.com/office/drawing/2014/main" id="{449EA70C-E8A1-4C92-A10C-B48B3E2E8133}"/>
              </a:ext>
            </a:extLst>
          </p:cNvPr>
          <p:cNvSpPr/>
          <p:nvPr/>
        </p:nvSpPr>
        <p:spPr>
          <a:xfrm>
            <a:off x="1438275" y="6686550"/>
            <a:ext cx="235356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294;p19">
            <a:extLst>
              <a:ext uri="{FF2B5EF4-FFF2-40B4-BE49-F238E27FC236}">
                <a16:creationId xmlns:a16="http://schemas.microsoft.com/office/drawing/2014/main" id="{0C57547F-6DE0-4CE9-A3DE-32F854865280}"/>
              </a:ext>
            </a:extLst>
          </p:cNvPr>
          <p:cNvSpPr/>
          <p:nvPr/>
        </p:nvSpPr>
        <p:spPr>
          <a:xfrm>
            <a:off x="3791842" y="6686550"/>
            <a:ext cx="418400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296;p19">
            <a:extLst>
              <a:ext uri="{FF2B5EF4-FFF2-40B4-BE49-F238E27FC236}">
                <a16:creationId xmlns:a16="http://schemas.microsoft.com/office/drawing/2014/main" id="{6618E98C-30D5-48D7-A038-0CBA55E62937}"/>
              </a:ext>
            </a:extLst>
          </p:cNvPr>
          <p:cNvSpPr/>
          <p:nvPr/>
        </p:nvSpPr>
        <p:spPr>
          <a:xfrm>
            <a:off x="7975848" y="6686550"/>
            <a:ext cx="363512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439840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8"/>
          <p:cNvSpPr txBox="1"/>
          <p:nvPr/>
        </p:nvSpPr>
        <p:spPr>
          <a:xfrm>
            <a:off x="581025" y="581025"/>
            <a:ext cx="11581447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 err="1">
                <a:solidFill>
                  <a:srgbClr val="89B4FA"/>
                </a:solidFill>
                <a:latin typeface="Roboto Slab"/>
                <a:ea typeface="Roboto Slab"/>
                <a:cs typeface="Roboto Slab"/>
                <a:sym typeface="Roboto Slab"/>
              </a:rPr>
              <a:t>Tìm</a:t>
            </a:r>
            <a:r>
              <a:rPr lang="en-US" sz="3150" b="1" i="0" u="none" strike="noStrike" cap="none" dirty="0">
                <a:solidFill>
                  <a:srgbClr val="89B4FA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3150" b="1" i="0" u="none" strike="noStrike" cap="none" dirty="0" err="1">
                <a:solidFill>
                  <a:srgbClr val="89B4FA"/>
                </a:solidFill>
                <a:latin typeface="Roboto Slab"/>
                <a:ea typeface="Roboto Slab"/>
                <a:cs typeface="Roboto Slab"/>
                <a:sym typeface="Roboto Slab"/>
              </a:rPr>
              <a:t>kiếm</a:t>
            </a:r>
            <a:r>
              <a:rPr lang="en-US" sz="3150" b="1" i="0" u="none" strike="noStrike" cap="none" dirty="0">
                <a:solidFill>
                  <a:srgbClr val="89B4FA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3150" b="1" i="0" u="none" strike="noStrike" cap="none" dirty="0" err="1">
                <a:solidFill>
                  <a:srgbClr val="89B4FA"/>
                </a:solidFill>
                <a:latin typeface="Roboto Slab"/>
                <a:ea typeface="Roboto Slab"/>
                <a:cs typeface="Roboto Slab"/>
                <a:sym typeface="Roboto Slab"/>
              </a:rPr>
              <a:t>sản</a:t>
            </a:r>
            <a:r>
              <a:rPr lang="en-US" sz="3150" b="1" i="0" u="none" strike="noStrike" cap="none" dirty="0">
                <a:solidFill>
                  <a:srgbClr val="89B4FA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3150" b="1" i="0" u="none" strike="noStrike" cap="none" dirty="0" err="1">
                <a:solidFill>
                  <a:srgbClr val="89B4FA"/>
                </a:solidFill>
                <a:latin typeface="Roboto Slab"/>
                <a:ea typeface="Roboto Slab"/>
                <a:cs typeface="Roboto Slab"/>
                <a:sym typeface="Roboto Slab"/>
              </a:rPr>
              <a:t>phẩm</a:t>
            </a:r>
            <a:endParaRPr dirty="0"/>
          </a:p>
        </p:txBody>
      </p:sp>
      <p:sp>
        <p:nvSpPr>
          <p:cNvPr id="178" name="Google Shape;178;p18"/>
          <p:cNvSpPr/>
          <p:nvPr/>
        </p:nvSpPr>
        <p:spPr>
          <a:xfrm>
            <a:off x="581025" y="1247775"/>
            <a:ext cx="11029950" cy="1905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1" name="Google Shape;302;p20" descr="image.png">
            <a:extLst>
              <a:ext uri="{FF2B5EF4-FFF2-40B4-BE49-F238E27FC236}">
                <a16:creationId xmlns:a16="http://schemas.microsoft.com/office/drawing/2014/main" id="{51B5636A-F6BD-4BBE-AD12-49A4D30C6E5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025" y="1884830"/>
            <a:ext cx="3486150" cy="403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303;p20" descr="image.png">
            <a:extLst>
              <a:ext uri="{FF2B5EF4-FFF2-40B4-BE49-F238E27FC236}">
                <a16:creationId xmlns:a16="http://schemas.microsoft.com/office/drawing/2014/main" id="{1B3055CE-313B-4EA2-B25B-BBA90EA22FE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52925" y="1884830"/>
            <a:ext cx="3486150" cy="403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304;p20" descr="image.png">
            <a:extLst>
              <a:ext uri="{FF2B5EF4-FFF2-40B4-BE49-F238E27FC236}">
                <a16:creationId xmlns:a16="http://schemas.microsoft.com/office/drawing/2014/main" id="{A7BF2511-203A-4B41-A37A-02FDEA73CC7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4825" y="1884830"/>
            <a:ext cx="3486150" cy="403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306;p20" descr="image.png">
            <a:extLst>
              <a:ext uri="{FF2B5EF4-FFF2-40B4-BE49-F238E27FC236}">
                <a16:creationId xmlns:a16="http://schemas.microsoft.com/office/drawing/2014/main" id="{E4043EAE-BE79-481B-B185-ADE8B033A8C4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71550" y="2275355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307;p20">
            <a:extLst>
              <a:ext uri="{FF2B5EF4-FFF2-40B4-BE49-F238E27FC236}">
                <a16:creationId xmlns:a16="http://schemas.microsoft.com/office/drawing/2014/main" id="{591CBD8E-08EB-4631-B099-D3B908F7E39C}"/>
              </a:ext>
            </a:extLst>
          </p:cNvPr>
          <p:cNvSpPr txBox="1"/>
          <p:nvPr/>
        </p:nvSpPr>
        <p:spPr>
          <a:xfrm>
            <a:off x="971550" y="3037355"/>
            <a:ext cx="284035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1. Tính h1</a:t>
            </a:r>
            <a:endParaRPr/>
          </a:p>
        </p:txBody>
      </p:sp>
      <p:sp>
        <p:nvSpPr>
          <p:cNvPr id="86" name="Google Shape;308;p20">
            <a:extLst>
              <a:ext uri="{FF2B5EF4-FFF2-40B4-BE49-F238E27FC236}">
                <a16:creationId xmlns:a16="http://schemas.microsoft.com/office/drawing/2014/main" id="{D086A4FB-C86A-4680-88F3-FC145D0AB960}"/>
              </a:ext>
            </a:extLst>
          </p:cNvPr>
          <p:cNvSpPr txBox="1"/>
          <p:nvPr/>
        </p:nvSpPr>
        <p:spPr>
          <a:xfrm>
            <a:off x="971550" y="3551705"/>
            <a:ext cx="27051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h1("SP112") = 3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87" name="Google Shape;309;p20">
            <a:extLst>
              <a:ext uri="{FF2B5EF4-FFF2-40B4-BE49-F238E27FC236}">
                <a16:creationId xmlns:a16="http://schemas.microsoft.com/office/drawing/2014/main" id="{2EF6E71C-C2CD-475F-A1B2-7C9359B28890}"/>
              </a:ext>
            </a:extLst>
          </p:cNvPr>
          <p:cNvSpPr txBox="1"/>
          <p:nvPr/>
        </p:nvSpPr>
        <p:spPr>
          <a:xfrm>
            <a:off x="971550" y="4047005"/>
            <a:ext cx="27051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Kiểm</a:t>
            </a:r>
            <a:r>
              <a:rPr lang="en-US" sz="1500" b="0" i="0" u="none" strike="noStrike" cap="none" dirty="0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tra</a:t>
            </a:r>
            <a:r>
              <a:rPr lang="en-US" sz="1500" b="0" i="0" u="none" strike="noStrike" cap="none" dirty="0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 Slot[3]:</a:t>
            </a:r>
            <a:endParaRPr dirty="0"/>
          </a:p>
        </p:txBody>
      </p:sp>
      <p:sp>
        <p:nvSpPr>
          <p:cNvPr id="88" name="Google Shape;310;p20">
            <a:extLst>
              <a:ext uri="{FF2B5EF4-FFF2-40B4-BE49-F238E27FC236}">
                <a16:creationId xmlns:a16="http://schemas.microsoft.com/office/drawing/2014/main" id="{F9E5725E-CBA8-478B-B955-EE1A7352D843}"/>
              </a:ext>
            </a:extLst>
          </p:cNvPr>
          <p:cNvSpPr txBox="1"/>
          <p:nvPr/>
        </p:nvSpPr>
        <p:spPr>
          <a:xfrm>
            <a:off x="971550" y="4542305"/>
            <a:ext cx="27051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Gặp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SP013 ≠ SP112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89" name="Google Shape;311;p20">
            <a:extLst>
              <a:ext uri="{FF2B5EF4-FFF2-40B4-BE49-F238E27FC236}">
                <a16:creationId xmlns:a16="http://schemas.microsoft.com/office/drawing/2014/main" id="{78E0F7EE-3B21-48A4-92BB-607DBE3C337C}"/>
              </a:ext>
            </a:extLst>
          </p:cNvPr>
          <p:cNvSpPr txBox="1"/>
          <p:nvPr/>
        </p:nvSpPr>
        <p:spPr>
          <a:xfrm>
            <a:off x="971550" y="5037605"/>
            <a:ext cx="27051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➔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Tiếp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tục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90" name="Google Shape;312;p20" descr="image.png">
            <a:extLst>
              <a:ext uri="{FF2B5EF4-FFF2-40B4-BE49-F238E27FC236}">
                <a16:creationId xmlns:a16="http://schemas.microsoft.com/office/drawing/2014/main" id="{507857AB-F4A5-499C-AA5C-67595724BA47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743450" y="2275355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313;p20">
            <a:extLst>
              <a:ext uri="{FF2B5EF4-FFF2-40B4-BE49-F238E27FC236}">
                <a16:creationId xmlns:a16="http://schemas.microsoft.com/office/drawing/2014/main" id="{D2818C5C-5813-4E99-B751-F4F4A1935345}"/>
              </a:ext>
            </a:extLst>
          </p:cNvPr>
          <p:cNvSpPr txBox="1"/>
          <p:nvPr/>
        </p:nvSpPr>
        <p:spPr>
          <a:xfrm>
            <a:off x="4743450" y="3037355"/>
            <a:ext cx="284035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2. </a:t>
            </a:r>
            <a:r>
              <a:rPr lang="en-US" sz="2100" b="1" i="0" u="none" strike="noStrike" cap="none" dirty="0" err="1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Tính</a:t>
            </a:r>
            <a:r>
              <a:rPr lang="en-US" sz="2100" b="1" i="0" u="none" strike="noStrike" cap="none" dirty="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100" b="1" i="0" u="none" strike="noStrike" cap="none" dirty="0" err="1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bước</a:t>
            </a:r>
            <a:r>
              <a:rPr lang="en-US" sz="2100" b="1" i="0" u="none" strike="noStrike" cap="none" dirty="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100" b="1" i="0" u="none" strike="noStrike" cap="none" dirty="0" err="1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nhảy</a:t>
            </a:r>
            <a:endParaRPr dirty="0"/>
          </a:p>
        </p:txBody>
      </p:sp>
      <p:sp>
        <p:nvSpPr>
          <p:cNvPr id="92" name="Google Shape;314;p20">
            <a:extLst>
              <a:ext uri="{FF2B5EF4-FFF2-40B4-BE49-F238E27FC236}">
                <a16:creationId xmlns:a16="http://schemas.microsoft.com/office/drawing/2014/main" id="{5174FD2B-AC0C-4316-B887-D2A397161D03}"/>
              </a:ext>
            </a:extLst>
          </p:cNvPr>
          <p:cNvSpPr txBox="1"/>
          <p:nvPr/>
        </p:nvSpPr>
        <p:spPr>
          <a:xfrm>
            <a:off x="4743450" y="3551705"/>
            <a:ext cx="27051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h2 = 4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93" name="Google Shape;315;p20">
            <a:extLst>
              <a:ext uri="{FF2B5EF4-FFF2-40B4-BE49-F238E27FC236}">
                <a16:creationId xmlns:a16="http://schemas.microsoft.com/office/drawing/2014/main" id="{76F1D32B-2B92-4402-8860-E4767233ACF9}"/>
              </a:ext>
            </a:extLst>
          </p:cNvPr>
          <p:cNvSpPr txBox="1"/>
          <p:nvPr/>
        </p:nvSpPr>
        <p:spPr>
          <a:xfrm>
            <a:off x="4743450" y="4047005"/>
            <a:ext cx="27051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Tính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vị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trí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tiếp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theo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94" name="Google Shape;316;p20">
            <a:extLst>
              <a:ext uri="{FF2B5EF4-FFF2-40B4-BE49-F238E27FC236}">
                <a16:creationId xmlns:a16="http://schemas.microsoft.com/office/drawing/2014/main" id="{FDA21C70-EBAA-4841-A01E-03C84AE3BEA9}"/>
              </a:ext>
            </a:extLst>
          </p:cNvPr>
          <p:cNvSpPr txBox="1"/>
          <p:nvPr/>
        </p:nvSpPr>
        <p:spPr>
          <a:xfrm>
            <a:off x="4743450" y="4542305"/>
            <a:ext cx="27051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F472B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pos = (3 + 1*4) % 11</a:t>
            </a:r>
            <a:endParaRPr dirty="0"/>
          </a:p>
        </p:txBody>
      </p:sp>
      <p:sp>
        <p:nvSpPr>
          <p:cNvPr id="95" name="Google Shape;317;p20">
            <a:extLst>
              <a:ext uri="{FF2B5EF4-FFF2-40B4-BE49-F238E27FC236}">
                <a16:creationId xmlns:a16="http://schemas.microsoft.com/office/drawing/2014/main" id="{C183454B-2C89-4624-A694-5FCD89AFB738}"/>
              </a:ext>
            </a:extLst>
          </p:cNvPr>
          <p:cNvSpPr txBox="1"/>
          <p:nvPr/>
        </p:nvSpPr>
        <p:spPr>
          <a:xfrm>
            <a:off x="4743450" y="5037605"/>
            <a:ext cx="27051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pos = 7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96" name="Google Shape;318;p20" descr="image.png">
            <a:extLst>
              <a:ext uri="{FF2B5EF4-FFF2-40B4-BE49-F238E27FC236}">
                <a16:creationId xmlns:a16="http://schemas.microsoft.com/office/drawing/2014/main" id="{C5934765-79B3-44E5-98F7-8EFE2936B837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515350" y="2275355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319;p20">
            <a:extLst>
              <a:ext uri="{FF2B5EF4-FFF2-40B4-BE49-F238E27FC236}">
                <a16:creationId xmlns:a16="http://schemas.microsoft.com/office/drawing/2014/main" id="{A654EF81-3410-4FD3-B49C-4286043D1497}"/>
              </a:ext>
            </a:extLst>
          </p:cNvPr>
          <p:cNvSpPr txBox="1"/>
          <p:nvPr/>
        </p:nvSpPr>
        <p:spPr>
          <a:xfrm>
            <a:off x="8515350" y="3037355"/>
            <a:ext cx="284035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3. Kết quả</a:t>
            </a:r>
            <a:endParaRPr/>
          </a:p>
        </p:txBody>
      </p:sp>
      <p:sp>
        <p:nvSpPr>
          <p:cNvPr id="98" name="Google Shape;320;p20">
            <a:extLst>
              <a:ext uri="{FF2B5EF4-FFF2-40B4-BE49-F238E27FC236}">
                <a16:creationId xmlns:a16="http://schemas.microsoft.com/office/drawing/2014/main" id="{C08E1663-6AC2-492B-81B4-3D4A42C6C92F}"/>
              </a:ext>
            </a:extLst>
          </p:cNvPr>
          <p:cNvSpPr txBox="1"/>
          <p:nvPr/>
        </p:nvSpPr>
        <p:spPr>
          <a:xfrm>
            <a:off x="8515350" y="3513605"/>
            <a:ext cx="2705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22C55E"/>
                </a:solidFill>
                <a:latin typeface="Inter"/>
                <a:ea typeface="Inter"/>
                <a:cs typeface="Inter"/>
                <a:sym typeface="Inter"/>
              </a:rPr>
              <a:t>Kiểm</a:t>
            </a:r>
            <a:r>
              <a:rPr lang="en-US" sz="1500" b="0" i="0" u="none" strike="noStrike" cap="none" dirty="0">
                <a:solidFill>
                  <a:srgbClr val="22C55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22C55E"/>
                </a:solidFill>
                <a:latin typeface="Inter"/>
                <a:ea typeface="Inter"/>
                <a:cs typeface="Inter"/>
                <a:sym typeface="Inter"/>
              </a:rPr>
              <a:t>tra</a:t>
            </a:r>
            <a:r>
              <a:rPr lang="en-US" sz="1500" b="0" i="0" u="none" strike="noStrike" cap="none" dirty="0">
                <a:solidFill>
                  <a:srgbClr val="22C55E"/>
                </a:solidFill>
                <a:latin typeface="Inter"/>
                <a:ea typeface="Inter"/>
                <a:cs typeface="Inter"/>
                <a:sym typeface="Inter"/>
              </a:rPr>
              <a:t> Slot[7]:</a:t>
            </a:r>
            <a:endParaRPr dirty="0"/>
          </a:p>
        </p:txBody>
      </p:sp>
      <p:sp>
        <p:nvSpPr>
          <p:cNvPr id="99" name="Google Shape;321;p20">
            <a:extLst>
              <a:ext uri="{FF2B5EF4-FFF2-40B4-BE49-F238E27FC236}">
                <a16:creationId xmlns:a16="http://schemas.microsoft.com/office/drawing/2014/main" id="{5C4B68BA-D9E0-486E-85E3-D4942A30CBAC}"/>
              </a:ext>
            </a:extLst>
          </p:cNvPr>
          <p:cNvSpPr txBox="1"/>
          <p:nvPr/>
        </p:nvSpPr>
        <p:spPr>
          <a:xfrm>
            <a:off x="8515350" y="4008905"/>
            <a:ext cx="27051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Gặp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SP112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00" name="Google Shape;322;p20">
            <a:extLst>
              <a:ext uri="{FF2B5EF4-FFF2-40B4-BE49-F238E27FC236}">
                <a16:creationId xmlns:a16="http://schemas.microsoft.com/office/drawing/2014/main" id="{16DC94BB-4160-4B38-AC3D-4FC3EA6E586A}"/>
              </a:ext>
            </a:extLst>
          </p:cNvPr>
          <p:cNvSpPr txBox="1"/>
          <p:nvPr/>
        </p:nvSpPr>
        <p:spPr>
          <a:xfrm>
            <a:off x="8515350" y="4504205"/>
            <a:ext cx="27051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➔ </a:t>
            </a:r>
            <a:r>
              <a:rPr lang="en-US" sz="1500" b="1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TÌM THẤY!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101" name="Google Shape;323;p20" descr="image.png">
            <a:extLst>
              <a:ext uri="{FF2B5EF4-FFF2-40B4-BE49-F238E27FC236}">
                <a16:creationId xmlns:a16="http://schemas.microsoft.com/office/drawing/2014/main" id="{3EBB4BC2-E110-433E-9309-ACE98FF274E1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171575" y="2446805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324;p20" descr="image.png">
            <a:extLst>
              <a:ext uri="{FF2B5EF4-FFF2-40B4-BE49-F238E27FC236}">
                <a16:creationId xmlns:a16="http://schemas.microsoft.com/office/drawing/2014/main" id="{8F82FBC5-B6EB-431D-8D07-09637E39B892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886325" y="2446805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325;p20" descr="image.png">
            <a:extLst>
              <a:ext uri="{FF2B5EF4-FFF2-40B4-BE49-F238E27FC236}">
                <a16:creationId xmlns:a16="http://schemas.microsoft.com/office/drawing/2014/main" id="{CC934A3C-102C-4A97-8394-4569D9B4C9E5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686800" y="2446805"/>
            <a:ext cx="228600" cy="2286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011027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8"/>
          <p:cNvSpPr txBox="1"/>
          <p:nvPr/>
        </p:nvSpPr>
        <p:spPr>
          <a:xfrm>
            <a:off x="581025" y="581025"/>
            <a:ext cx="11581447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 err="1">
                <a:solidFill>
                  <a:srgbClr val="89B4FA"/>
                </a:solidFill>
                <a:latin typeface="Roboto Slab"/>
                <a:ea typeface="Roboto Slab"/>
                <a:cs typeface="Roboto Slab"/>
                <a:sym typeface="Roboto Slab"/>
              </a:rPr>
              <a:t>Xóa</a:t>
            </a:r>
            <a:r>
              <a:rPr lang="en-US" sz="3150" b="1" i="0" u="none" strike="noStrike" cap="none" dirty="0">
                <a:solidFill>
                  <a:srgbClr val="89B4FA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3150" b="1" i="0" u="none" strike="noStrike" cap="none" dirty="0" err="1">
                <a:solidFill>
                  <a:srgbClr val="89B4FA"/>
                </a:solidFill>
                <a:latin typeface="Roboto Slab"/>
                <a:ea typeface="Roboto Slab"/>
                <a:cs typeface="Roboto Slab"/>
                <a:sym typeface="Roboto Slab"/>
              </a:rPr>
              <a:t>sản</a:t>
            </a:r>
            <a:r>
              <a:rPr lang="en-US" sz="3150" b="1" i="0" u="none" strike="noStrike" cap="none" dirty="0">
                <a:solidFill>
                  <a:srgbClr val="89B4FA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3150" b="1" i="0" u="none" strike="noStrike" cap="none" dirty="0" err="1">
                <a:solidFill>
                  <a:srgbClr val="89B4FA"/>
                </a:solidFill>
                <a:latin typeface="Roboto Slab"/>
                <a:ea typeface="Roboto Slab"/>
                <a:cs typeface="Roboto Slab"/>
                <a:sym typeface="Roboto Slab"/>
              </a:rPr>
              <a:t>phẩm</a:t>
            </a:r>
            <a:endParaRPr dirty="0"/>
          </a:p>
        </p:txBody>
      </p:sp>
      <p:sp>
        <p:nvSpPr>
          <p:cNvPr id="178" name="Google Shape;178;p18"/>
          <p:cNvSpPr/>
          <p:nvPr/>
        </p:nvSpPr>
        <p:spPr>
          <a:xfrm>
            <a:off x="581025" y="1247775"/>
            <a:ext cx="11029950" cy="1905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" name="Google Shape;330;p21" descr="image.png">
            <a:extLst>
              <a:ext uri="{FF2B5EF4-FFF2-40B4-BE49-F238E27FC236}">
                <a16:creationId xmlns:a16="http://schemas.microsoft.com/office/drawing/2014/main" id="{79643F6A-567E-4B3F-8708-3A605D53154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81750" y="2265164"/>
            <a:ext cx="5229225" cy="3270646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332;p21">
            <a:extLst>
              <a:ext uri="{FF2B5EF4-FFF2-40B4-BE49-F238E27FC236}">
                <a16:creationId xmlns:a16="http://schemas.microsoft.com/office/drawing/2014/main" id="{FF2A9AC3-53E4-47EF-AB76-A41FD0467028}"/>
              </a:ext>
            </a:extLst>
          </p:cNvPr>
          <p:cNvSpPr txBox="1"/>
          <p:nvPr/>
        </p:nvSpPr>
        <p:spPr>
          <a:xfrm>
            <a:off x="581025" y="2614612"/>
            <a:ext cx="54906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 err="1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Vấn</a:t>
            </a:r>
            <a:r>
              <a:rPr lang="en-US" sz="2100" b="1" i="0" u="none" strike="noStrike" cap="none" dirty="0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100" b="1" i="0" u="none" strike="noStrike" cap="none" dirty="0" err="1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đề</a:t>
            </a:r>
            <a:r>
              <a:rPr lang="en-US" sz="2100" b="1" i="0" u="none" strike="noStrike" cap="none" dirty="0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100" b="1" i="0" u="none" strike="noStrike" cap="none" dirty="0" err="1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khi</a:t>
            </a:r>
            <a:r>
              <a:rPr lang="en-US" sz="2100" b="1" i="0" u="none" strike="noStrike" cap="none" dirty="0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100" b="1" i="0" u="none" strike="noStrike" cap="none" dirty="0" err="1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xóa</a:t>
            </a:r>
            <a:r>
              <a:rPr lang="en-US" sz="2100" b="1" i="0" u="none" strike="noStrike" cap="none" dirty="0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100" b="1" i="0" u="none" strike="noStrike" cap="none" dirty="0" err="1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vật</a:t>
            </a:r>
            <a:r>
              <a:rPr lang="en-US" sz="2100" b="1" i="0" u="none" strike="noStrike" cap="none" dirty="0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100" b="1" i="0" u="none" strike="noStrike" cap="none" dirty="0" err="1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lý</a:t>
            </a:r>
            <a:endParaRPr dirty="0"/>
          </a:p>
        </p:txBody>
      </p:sp>
      <p:sp>
        <p:nvSpPr>
          <p:cNvPr id="29" name="Google Shape;333;p21">
            <a:extLst>
              <a:ext uri="{FF2B5EF4-FFF2-40B4-BE49-F238E27FC236}">
                <a16:creationId xmlns:a16="http://schemas.microsoft.com/office/drawing/2014/main" id="{8994CBBE-60A6-4221-B601-4A7E5CCCE06F}"/>
              </a:ext>
            </a:extLst>
          </p:cNvPr>
          <p:cNvSpPr txBox="1"/>
          <p:nvPr/>
        </p:nvSpPr>
        <p:spPr>
          <a:xfrm>
            <a:off x="581025" y="3128962"/>
            <a:ext cx="52293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Nếu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ta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xóa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SP013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tại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slot[3]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và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gán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về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None.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30" name="Google Shape;334;p21">
            <a:extLst>
              <a:ext uri="{FF2B5EF4-FFF2-40B4-BE49-F238E27FC236}">
                <a16:creationId xmlns:a16="http://schemas.microsoft.com/office/drawing/2014/main" id="{21824AEF-78D1-4614-ABA0-32547BF90BB4}"/>
              </a:ext>
            </a:extLst>
          </p:cNvPr>
          <p:cNvSpPr txBox="1"/>
          <p:nvPr/>
        </p:nvSpPr>
        <p:spPr>
          <a:xfrm>
            <a:off x="581025" y="3624262"/>
            <a:ext cx="52293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Khi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tìm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kiếm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SP013 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31" name="Google Shape;335;p21">
            <a:extLst>
              <a:ext uri="{FF2B5EF4-FFF2-40B4-BE49-F238E27FC236}">
                <a16:creationId xmlns:a16="http://schemas.microsoft.com/office/drawing/2014/main" id="{F9D34B34-9702-4E4E-8065-1A97C4BD81BF}"/>
              </a:ext>
            </a:extLst>
          </p:cNvPr>
          <p:cNvSpPr txBox="1"/>
          <p:nvPr/>
        </p:nvSpPr>
        <p:spPr>
          <a:xfrm>
            <a:off x="6677025" y="2560439"/>
            <a:ext cx="4870608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2C55E"/>
                </a:solidFill>
                <a:latin typeface="Inter"/>
                <a:ea typeface="Inter"/>
                <a:cs typeface="Inter"/>
                <a:sym typeface="Inter"/>
              </a:rPr>
              <a:t>Giải pháp: Lazy Deletion</a:t>
            </a:r>
            <a:endParaRPr/>
          </a:p>
        </p:txBody>
      </p:sp>
      <p:sp>
        <p:nvSpPr>
          <p:cNvPr id="32" name="Google Shape;336;p21">
            <a:extLst>
              <a:ext uri="{FF2B5EF4-FFF2-40B4-BE49-F238E27FC236}">
                <a16:creationId xmlns:a16="http://schemas.microsoft.com/office/drawing/2014/main" id="{1792D80F-82DF-435C-9BA9-C90905833D9F}"/>
              </a:ext>
            </a:extLst>
          </p:cNvPr>
          <p:cNvSpPr txBox="1"/>
          <p:nvPr/>
        </p:nvSpPr>
        <p:spPr>
          <a:xfrm>
            <a:off x="6677025" y="3074789"/>
            <a:ext cx="4638675" cy="327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Chỉ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đánh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dấu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1" i="0" u="none" strike="noStrike" cap="none" dirty="0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DELETED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không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xóa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hẳn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graphicFrame>
        <p:nvGraphicFramePr>
          <p:cNvPr id="33" name="Google Shape;337;p21">
            <a:extLst>
              <a:ext uri="{FF2B5EF4-FFF2-40B4-BE49-F238E27FC236}">
                <a16:creationId xmlns:a16="http://schemas.microsoft.com/office/drawing/2014/main" id="{BBF65C1B-9ED8-4E41-9675-2ACD8DAF3A3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58405632"/>
              </p:ext>
            </p:extLst>
          </p:nvPr>
        </p:nvGraphicFramePr>
        <p:xfrm>
          <a:off x="6677025" y="3592859"/>
          <a:ext cx="4638650" cy="752475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8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0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48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52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64748B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SP013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 err="1">
                          <a:solidFill>
                            <a:srgbClr val="64748B"/>
                          </a:solidFill>
                          <a:latin typeface="JetBrains Mono"/>
                          <a:cs typeface="JetBrains Mono"/>
                          <a:sym typeface="JetBrains Mono"/>
                        </a:rPr>
                        <a:t>Iphone</a:t>
                      </a:r>
                      <a:r>
                        <a:rPr lang="en-US" sz="1200" b="0" i="0" u="none" strike="noStrike" cap="none" dirty="0">
                          <a:solidFill>
                            <a:srgbClr val="64748B"/>
                          </a:solidFill>
                          <a:latin typeface="JetBrains Mono"/>
                          <a:cs typeface="JetBrains Mono"/>
                          <a:sym typeface="JetBrains Mono"/>
                        </a:rPr>
                        <a:t> 15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E2E8F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DELETED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8B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4" name="Google Shape;338;p21">
            <a:extLst>
              <a:ext uri="{FF2B5EF4-FFF2-40B4-BE49-F238E27FC236}">
                <a16:creationId xmlns:a16="http://schemas.microsoft.com/office/drawing/2014/main" id="{F60800E8-4E0E-4BBB-81A1-3DF06233DAB5}"/>
              </a:ext>
            </a:extLst>
          </p:cNvPr>
          <p:cNvSpPr txBox="1"/>
          <p:nvPr/>
        </p:nvSpPr>
        <p:spPr>
          <a:xfrm>
            <a:off x="6677025" y="4535834"/>
            <a:ext cx="4638675" cy="552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Khi tìm kiếm gặp </a:t>
            </a:r>
            <a:r>
              <a:rPr lang="en-US" sz="1200" b="1" i="0" u="none" strike="noStrike" cap="none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DELETED</a:t>
            </a: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, thuật toán biết rằng phải </a:t>
            </a:r>
            <a:r>
              <a:rPr lang="en-US" sz="120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tiếp tục nhảy</a:t>
            </a: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để tìm các phần tử bị va chạm phía sau.</a:t>
            </a:r>
            <a:endParaRPr/>
          </a:p>
        </p:txBody>
      </p:sp>
      <p:sp>
        <p:nvSpPr>
          <p:cNvPr id="35" name="Google Shape;339;p21">
            <a:extLst>
              <a:ext uri="{FF2B5EF4-FFF2-40B4-BE49-F238E27FC236}">
                <a16:creationId xmlns:a16="http://schemas.microsoft.com/office/drawing/2014/main" id="{FE3203E1-B6F0-43EB-8342-062359DE8EE7}"/>
              </a:ext>
            </a:extLst>
          </p:cNvPr>
          <p:cNvSpPr txBox="1"/>
          <p:nvPr/>
        </p:nvSpPr>
        <p:spPr>
          <a:xfrm>
            <a:off x="857250" y="4119562"/>
            <a:ext cx="104775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36" name="Google Shape;340;p21">
            <a:extLst>
              <a:ext uri="{FF2B5EF4-FFF2-40B4-BE49-F238E27FC236}">
                <a16:creationId xmlns:a16="http://schemas.microsoft.com/office/drawing/2014/main" id="{120CF9D8-1E4D-4831-82C8-6B87283521F1}"/>
              </a:ext>
            </a:extLst>
          </p:cNvPr>
          <p:cNvSpPr txBox="1"/>
          <p:nvPr/>
        </p:nvSpPr>
        <p:spPr>
          <a:xfrm>
            <a:off x="956629" y="4024312"/>
            <a:ext cx="48483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Vào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Slot[3]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thấy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None.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37" name="Google Shape;341;p21">
            <a:extLst>
              <a:ext uri="{FF2B5EF4-FFF2-40B4-BE49-F238E27FC236}">
                <a16:creationId xmlns:a16="http://schemas.microsoft.com/office/drawing/2014/main" id="{8170FCA9-4434-42A7-91B1-6853EDADA007}"/>
              </a:ext>
            </a:extLst>
          </p:cNvPr>
          <p:cNvSpPr txBox="1"/>
          <p:nvPr/>
        </p:nvSpPr>
        <p:spPr>
          <a:xfrm>
            <a:off x="857250" y="4424362"/>
            <a:ext cx="104775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38" name="Google Shape;342;p21">
            <a:extLst>
              <a:ext uri="{FF2B5EF4-FFF2-40B4-BE49-F238E27FC236}">
                <a16:creationId xmlns:a16="http://schemas.microsoft.com/office/drawing/2014/main" id="{0B54AB0E-09FF-46B6-A811-6050101BFE1D}"/>
              </a:ext>
            </a:extLst>
          </p:cNvPr>
          <p:cNvSpPr txBox="1"/>
          <p:nvPr/>
        </p:nvSpPr>
        <p:spPr>
          <a:xfrm>
            <a:off x="956629" y="4334946"/>
            <a:ext cx="48483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Thuật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toán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nghĩ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rằng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"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Không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còn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gì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phía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sau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".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39" name="Google Shape;343;p21">
            <a:extLst>
              <a:ext uri="{FF2B5EF4-FFF2-40B4-BE49-F238E27FC236}">
                <a16:creationId xmlns:a16="http://schemas.microsoft.com/office/drawing/2014/main" id="{54F1A66B-6AEE-470E-94EC-2E8B45E8D786}"/>
              </a:ext>
            </a:extLst>
          </p:cNvPr>
          <p:cNvSpPr txBox="1"/>
          <p:nvPr/>
        </p:nvSpPr>
        <p:spPr>
          <a:xfrm>
            <a:off x="857250" y="4729162"/>
            <a:ext cx="104775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40" name="Google Shape;344;p21">
            <a:extLst>
              <a:ext uri="{FF2B5EF4-FFF2-40B4-BE49-F238E27FC236}">
                <a16:creationId xmlns:a16="http://schemas.microsoft.com/office/drawing/2014/main" id="{3E0721AA-0FB4-4199-9207-257354C11FDA}"/>
              </a:ext>
            </a:extLst>
          </p:cNvPr>
          <p:cNvSpPr txBox="1"/>
          <p:nvPr/>
        </p:nvSpPr>
        <p:spPr>
          <a:xfrm>
            <a:off x="956629" y="4659912"/>
            <a:ext cx="48483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➔ DỪNG LẠI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và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báo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1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Không</a:t>
            </a:r>
            <a:r>
              <a:rPr lang="en-US" sz="1500" b="1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1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tìm</a:t>
            </a:r>
            <a:r>
              <a:rPr lang="en-US" sz="1500" b="1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1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thấy</a:t>
            </a:r>
            <a:r>
              <a:rPr lang="en-US" sz="1500" b="1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SP013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(Sai!).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41" name="Google Shape;345;p21">
            <a:extLst>
              <a:ext uri="{FF2B5EF4-FFF2-40B4-BE49-F238E27FC236}">
                <a16:creationId xmlns:a16="http://schemas.microsoft.com/office/drawing/2014/main" id="{865B4D7A-C58A-469A-B307-1511B6351D20}"/>
              </a:ext>
            </a:extLst>
          </p:cNvPr>
          <p:cNvSpPr/>
          <p:nvPr/>
        </p:nvSpPr>
        <p:spPr>
          <a:xfrm>
            <a:off x="6677025" y="4240559"/>
            <a:ext cx="762000" cy="95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346;p21">
            <a:extLst>
              <a:ext uri="{FF2B5EF4-FFF2-40B4-BE49-F238E27FC236}">
                <a16:creationId xmlns:a16="http://schemas.microsoft.com/office/drawing/2014/main" id="{EBFA86CE-6B4E-456E-BCC6-AEAAA558619B}"/>
              </a:ext>
            </a:extLst>
          </p:cNvPr>
          <p:cNvSpPr/>
          <p:nvPr/>
        </p:nvSpPr>
        <p:spPr>
          <a:xfrm>
            <a:off x="6677025" y="3688109"/>
            <a:ext cx="762000" cy="95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347;p21">
            <a:extLst>
              <a:ext uri="{FF2B5EF4-FFF2-40B4-BE49-F238E27FC236}">
                <a16:creationId xmlns:a16="http://schemas.microsoft.com/office/drawing/2014/main" id="{836FAAEF-DF62-4C02-8861-49B618D5A399}"/>
              </a:ext>
            </a:extLst>
          </p:cNvPr>
          <p:cNvSpPr/>
          <p:nvPr/>
        </p:nvSpPr>
        <p:spPr>
          <a:xfrm>
            <a:off x="6677025" y="3688109"/>
            <a:ext cx="9525" cy="5619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348;p21">
            <a:extLst>
              <a:ext uri="{FF2B5EF4-FFF2-40B4-BE49-F238E27FC236}">
                <a16:creationId xmlns:a16="http://schemas.microsoft.com/office/drawing/2014/main" id="{F3553875-F7AD-410D-B86F-5362DDE11D17}"/>
              </a:ext>
            </a:extLst>
          </p:cNvPr>
          <p:cNvSpPr/>
          <p:nvPr/>
        </p:nvSpPr>
        <p:spPr>
          <a:xfrm>
            <a:off x="7439025" y="4240559"/>
            <a:ext cx="948035" cy="95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349;p21">
            <a:extLst>
              <a:ext uri="{FF2B5EF4-FFF2-40B4-BE49-F238E27FC236}">
                <a16:creationId xmlns:a16="http://schemas.microsoft.com/office/drawing/2014/main" id="{E250C4F7-D860-4279-A94E-0D8E0AE3EB4B}"/>
              </a:ext>
            </a:extLst>
          </p:cNvPr>
          <p:cNvSpPr/>
          <p:nvPr/>
        </p:nvSpPr>
        <p:spPr>
          <a:xfrm>
            <a:off x="7439025" y="3688109"/>
            <a:ext cx="948035" cy="95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350;p21">
            <a:extLst>
              <a:ext uri="{FF2B5EF4-FFF2-40B4-BE49-F238E27FC236}">
                <a16:creationId xmlns:a16="http://schemas.microsoft.com/office/drawing/2014/main" id="{AE67511F-6583-4494-80CD-7B624BD48F18}"/>
              </a:ext>
            </a:extLst>
          </p:cNvPr>
          <p:cNvSpPr/>
          <p:nvPr/>
        </p:nvSpPr>
        <p:spPr>
          <a:xfrm>
            <a:off x="8387060" y="4240559"/>
            <a:ext cx="1580108" cy="95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351;p21">
            <a:extLst>
              <a:ext uri="{FF2B5EF4-FFF2-40B4-BE49-F238E27FC236}">
                <a16:creationId xmlns:a16="http://schemas.microsoft.com/office/drawing/2014/main" id="{265B83FD-AD9C-441D-97AE-0144078F7E4B}"/>
              </a:ext>
            </a:extLst>
          </p:cNvPr>
          <p:cNvSpPr/>
          <p:nvPr/>
        </p:nvSpPr>
        <p:spPr>
          <a:xfrm>
            <a:off x="8387060" y="3688109"/>
            <a:ext cx="1580108" cy="95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352;p21">
            <a:extLst>
              <a:ext uri="{FF2B5EF4-FFF2-40B4-BE49-F238E27FC236}">
                <a16:creationId xmlns:a16="http://schemas.microsoft.com/office/drawing/2014/main" id="{28532448-AD6E-499A-A871-D03B67710B53}"/>
              </a:ext>
            </a:extLst>
          </p:cNvPr>
          <p:cNvSpPr/>
          <p:nvPr/>
        </p:nvSpPr>
        <p:spPr>
          <a:xfrm>
            <a:off x="9967168" y="4240559"/>
            <a:ext cx="1348531" cy="95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353;p21">
            <a:extLst>
              <a:ext uri="{FF2B5EF4-FFF2-40B4-BE49-F238E27FC236}">
                <a16:creationId xmlns:a16="http://schemas.microsoft.com/office/drawing/2014/main" id="{41D24EC1-97EF-4735-9ABA-3F23AE2AC6AC}"/>
              </a:ext>
            </a:extLst>
          </p:cNvPr>
          <p:cNvSpPr/>
          <p:nvPr/>
        </p:nvSpPr>
        <p:spPr>
          <a:xfrm>
            <a:off x="9967168" y="3688109"/>
            <a:ext cx="1348531" cy="95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354;p21">
            <a:extLst>
              <a:ext uri="{FF2B5EF4-FFF2-40B4-BE49-F238E27FC236}">
                <a16:creationId xmlns:a16="http://schemas.microsoft.com/office/drawing/2014/main" id="{4201C0C1-DAB7-4BA0-8459-D60E639D8AE2}"/>
              </a:ext>
            </a:extLst>
          </p:cNvPr>
          <p:cNvSpPr/>
          <p:nvPr/>
        </p:nvSpPr>
        <p:spPr>
          <a:xfrm>
            <a:off x="11306175" y="3688109"/>
            <a:ext cx="9525" cy="5619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20271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2"/>
          <p:cNvSpPr txBox="1"/>
          <p:nvPr/>
        </p:nvSpPr>
        <p:spPr>
          <a:xfrm>
            <a:off x="305276" y="1585019"/>
            <a:ext cx="11581447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7500" b="1" dirty="0">
                <a:solidFill>
                  <a:srgbClr val="89B4FA"/>
                </a:solidFill>
                <a:latin typeface="Roboto Slab"/>
                <a:ea typeface="Roboto Slab"/>
                <a:cs typeface="Roboto Slab"/>
                <a:sym typeface="Roboto Slab"/>
              </a:rPr>
              <a:t>Q </a:t>
            </a:r>
            <a:r>
              <a:rPr lang="en-US" sz="7500" b="1" i="0" u="none" strike="noStrike" cap="none" dirty="0">
                <a:solidFill>
                  <a:srgbClr val="89B4FA"/>
                </a:solidFill>
                <a:latin typeface="Roboto Slab"/>
                <a:ea typeface="Roboto Slab"/>
                <a:cs typeface="Roboto Slab"/>
                <a:sym typeface="Roboto Slab"/>
              </a:rPr>
              <a:t>&amp; A</a:t>
            </a:r>
            <a:endParaRPr dirty="0"/>
          </a:p>
        </p:txBody>
      </p:sp>
      <p:sp>
        <p:nvSpPr>
          <p:cNvPr id="246" name="Google Shape;246;p22"/>
          <p:cNvSpPr txBox="1"/>
          <p:nvPr/>
        </p:nvSpPr>
        <p:spPr>
          <a:xfrm>
            <a:off x="581025" y="3223319"/>
            <a:ext cx="1102995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CDD6F4"/>
                </a:solidFill>
                <a:latin typeface="Lato"/>
                <a:ea typeface="Lato"/>
                <a:cs typeface="Lato"/>
                <a:sym typeface="Lato"/>
              </a:rPr>
              <a:t>Cảm ơn Quý Thầy/Cô và các bạn đã lắng nghe.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</TotalTime>
  <Words>1118</Words>
  <Application>Microsoft Office PowerPoint</Application>
  <PresentationFormat>Widescreen</PresentationFormat>
  <Paragraphs>168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Lato</vt:lpstr>
      <vt:lpstr>Inter</vt:lpstr>
      <vt:lpstr>Times New Roman</vt:lpstr>
      <vt:lpstr>Roboto Slab</vt:lpstr>
      <vt:lpstr>Calibri</vt:lpstr>
      <vt:lpstr>JetBrains Mono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Thanh Binh</cp:lastModifiedBy>
  <cp:revision>172</cp:revision>
  <dcterms:modified xsi:type="dcterms:W3CDTF">2025-12-02T03:16:48Z</dcterms:modified>
</cp:coreProperties>
</file>